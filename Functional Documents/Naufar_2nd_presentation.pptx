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Corbel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1957EC4-8442-48E4-859D-FC95A57A3AAD}">
  <a:tblStyle styleId="{F1957EC4-8442-48E4-859D-FC95A57A3A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bold.fntdata"/><Relationship Id="rId20" Type="http://schemas.openxmlformats.org/officeDocument/2006/relationships/slide" Target="slides/slide14.xml"/><Relationship Id="rId42" Type="http://schemas.openxmlformats.org/officeDocument/2006/relationships/font" Target="fonts/Corbel-boldItalic.fntdata"/><Relationship Id="rId41" Type="http://schemas.openxmlformats.org/officeDocument/2006/relationships/font" Target="fonts/Corbel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Corbel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color background">
  <p:cSld name="Blank color background">
    <p:bg>
      <p:bgPr>
        <a:solidFill>
          <a:srgbClr val="2185C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9808488" y="6755100"/>
            <a:ext cx="1191600" cy="1029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000416" y="6755100"/>
            <a:ext cx="1191600" cy="1029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0" y="6755100"/>
            <a:ext cx="1191600" cy="10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91613" y="6755100"/>
            <a:ext cx="8616800" cy="1029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11307433" y="6364177"/>
            <a:ext cx="731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14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2.gif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6.jp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6.jp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6.jp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4"/>
          <p:cNvCxnSpPr/>
          <p:nvPr/>
        </p:nvCxnSpPr>
        <p:spPr>
          <a:xfrm>
            <a:off x="0" y="6259132"/>
            <a:ext cx="12192000" cy="2575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titled-1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8583" y="306977"/>
            <a:ext cx="19526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ctrTitle"/>
          </p:nvPr>
        </p:nvSpPr>
        <p:spPr>
          <a:xfrm>
            <a:off x="551608" y="2531211"/>
            <a:ext cx="52167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</a:pPr>
            <a:r>
              <a:rPr lang="en-US">
                <a:solidFill>
                  <a:srgbClr val="1E4E79"/>
                </a:solidFill>
              </a:rPr>
              <a:t>Naufar </a:t>
            </a:r>
            <a:br>
              <a:rPr lang="en-US">
                <a:solidFill>
                  <a:srgbClr val="1E4E79"/>
                </a:solidFill>
              </a:rPr>
            </a:br>
            <a:r>
              <a:rPr lang="en-US" sz="2800">
                <a:solidFill>
                  <a:srgbClr val="1E4E79"/>
                </a:solidFill>
              </a:rPr>
              <a:t>Time Attendance System</a:t>
            </a:r>
            <a:endParaRPr sz="2800">
              <a:solidFill>
                <a:srgbClr val="1E4E7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825500" y="24352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Corbel"/>
              <a:buNone/>
            </a:pPr>
            <a:r>
              <a:rPr b="1" lang="en-US" sz="4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IRIS Scan</a:t>
            </a:r>
            <a:endParaRPr b="1" sz="4800">
              <a:solidFill>
                <a:srgbClr val="1E4E79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609809" y="643245"/>
            <a:ext cx="10994527" cy="59076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154547" y="0"/>
            <a:ext cx="9687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Iris Scan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741072" y="1078519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085680" y="2600303"/>
            <a:ext cx="19886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your number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257203" y="4298823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424429" y="1078519"/>
            <a:ext cx="2859110" cy="47253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6"/>
          <p:cNvCxnSpPr>
            <a:stCxn id="108" idx="3"/>
          </p:cNvCxnSpPr>
          <p:nvPr/>
        </p:nvCxnSpPr>
        <p:spPr>
          <a:xfrm flipH="1" rot="10800000">
            <a:off x="3600182" y="2692413"/>
            <a:ext cx="794100" cy="7365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" name="Google Shape;113;p16"/>
          <p:cNvSpPr txBox="1"/>
          <p:nvPr/>
        </p:nvSpPr>
        <p:spPr>
          <a:xfrm>
            <a:off x="8264245" y="1282842"/>
            <a:ext cx="375919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retina scan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data match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data to 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ris-scanner-flat-vector-21580589.jpg" id="114" name="Google Shape;114;p16"/>
          <p:cNvPicPr preferRelativeResize="0"/>
          <p:nvPr/>
        </p:nvPicPr>
        <p:blipFill rotWithShape="1">
          <a:blip r:embed="rId3">
            <a:alphaModFix/>
          </a:blip>
          <a:srcRect b="10849" l="0" r="0" t="0"/>
          <a:stretch/>
        </p:blipFill>
        <p:spPr>
          <a:xfrm>
            <a:off x="1067954" y="2019817"/>
            <a:ext cx="2219036" cy="2136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assandra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30603" l="26289" r="28398" t="0"/>
          <a:stretch/>
        </p:blipFill>
        <p:spPr>
          <a:xfrm>
            <a:off x="5207000" y="2983587"/>
            <a:ext cx="1282700" cy="92053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4854767" y="39536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Scan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367007" y="2416472"/>
            <a:ext cx="2859110" cy="28637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897986" y="4602468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6675" y="2605073"/>
            <a:ext cx="1694005" cy="442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bdal\Desktop\12-512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11197" l="4948" r="5469" t="11458"/>
          <a:stretch/>
        </p:blipFill>
        <p:spPr>
          <a:xfrm>
            <a:off x="8966200" y="3340100"/>
            <a:ext cx="1220911" cy="10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-logo-png-2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4738" y="3314699"/>
            <a:ext cx="1024093" cy="1024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947092048189625505_p113_i2_w461.jpeg" id="122" name="Google Shape;122;p16"/>
          <p:cNvPicPr preferRelativeResize="0"/>
          <p:nvPr/>
        </p:nvPicPr>
        <p:blipFill rotWithShape="1">
          <a:blip r:embed="rId8">
            <a:alphaModFix/>
          </a:blip>
          <a:srcRect b="12629" l="20787" r="20499" t="9462"/>
          <a:stretch/>
        </p:blipFill>
        <p:spPr>
          <a:xfrm>
            <a:off x="5041901" y="862348"/>
            <a:ext cx="1587500" cy="19237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4867467" y="44870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wnload (1)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17406" l="5556" r="10888" t="18000"/>
          <a:stretch/>
        </p:blipFill>
        <p:spPr>
          <a:xfrm>
            <a:off x="7475057" y="4178300"/>
            <a:ext cx="657138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4880167" y="5033114"/>
            <a:ext cx="1906073" cy="5294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data to Attendance Server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6"/>
          <p:cNvCxnSpPr/>
          <p:nvPr/>
        </p:nvCxnSpPr>
        <p:spPr>
          <a:xfrm flipH="1" rot="10800000">
            <a:off x="7283539" y="3276510"/>
            <a:ext cx="1047600" cy="7743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154547" y="0"/>
            <a:ext cx="18460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Scan/Punch View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13590" l="0" r="0" t="20227"/>
          <a:stretch/>
        </p:blipFill>
        <p:spPr>
          <a:xfrm>
            <a:off x="346363" y="2092036"/>
            <a:ext cx="1105852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321971" y="759855"/>
            <a:ext cx="11038755" cy="1179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607406" y="1402163"/>
            <a:ext cx="2079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Date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594670" y="8721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758679" y="8721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 rot="5400000">
            <a:off x="7833865" y="9385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336224" y="852333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238845" y="3340242"/>
            <a:ext cx="3759191" cy="120032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shall punch in or punch out.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shall record and  generate reports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609809" y="508000"/>
            <a:ext cx="10994527" cy="6042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54547" y="0"/>
            <a:ext cx="25439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Attendance System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1084329" y="1027719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assandra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30603" l="26289" r="28398" t="0"/>
          <a:stretch/>
        </p:blipFill>
        <p:spPr>
          <a:xfrm>
            <a:off x="1790700" y="1836701"/>
            <a:ext cx="1358900" cy="975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1565467" y="31916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Scan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5275" y="11318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1565467" y="37504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1578167" y="43092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attendance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590867" y="4855314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040629" y="1308099"/>
            <a:ext cx="2859110" cy="43823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0results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8600" y="1917699"/>
            <a:ext cx="1366253" cy="9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4593945" y="584342"/>
            <a:ext cx="68487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after login to  Reporting module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required reports, select parameters and click to generate.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495800" y="4419600"/>
            <a:ext cx="1473200" cy="1320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1187" y="4583874"/>
            <a:ext cx="1116811" cy="111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/>
        </p:nvSpPr>
        <p:spPr>
          <a:xfrm>
            <a:off x="4483101" y="5829300"/>
            <a:ext cx="1460500" cy="3191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202951" y="34433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366960" y="3443304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 rot="5400000">
            <a:off x="9467546" y="3509710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port-icon-1.gif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2500" y="4064000"/>
            <a:ext cx="1140432" cy="1274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ort-icon-1.gif" id="167" name="Google Shape;1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6300" y="4064000"/>
            <a:ext cx="1140432" cy="12747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8"/>
          <p:cNvCxnSpPr>
            <a:stCxn id="160" idx="0"/>
            <a:endCxn id="150" idx="3"/>
          </p:cNvCxnSpPr>
          <p:nvPr/>
        </p:nvCxnSpPr>
        <p:spPr>
          <a:xfrm flipH="1" rot="5400000">
            <a:off x="4067050" y="3254250"/>
            <a:ext cx="1041600" cy="12891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9" name="Google Shape;169;p18"/>
          <p:cNvCxnSpPr/>
          <p:nvPr/>
        </p:nvCxnSpPr>
        <p:spPr>
          <a:xfrm flipH="1" rot="10800000">
            <a:off x="3937000" y="2006500"/>
            <a:ext cx="3111600" cy="7494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descr="business-and-finance-colored-3-11-512.png" id="170" name="Google Shape;170;p18"/>
          <p:cNvPicPr preferRelativeResize="0"/>
          <p:nvPr/>
        </p:nvPicPr>
        <p:blipFill rotWithShape="1">
          <a:blip r:embed="rId8">
            <a:alphaModFix/>
          </a:blip>
          <a:srcRect b="0" l="0" r="0" t="3385"/>
          <a:stretch/>
        </p:blipFill>
        <p:spPr>
          <a:xfrm>
            <a:off x="5094139" y="1997406"/>
            <a:ext cx="811361" cy="78389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04447" y="1981200"/>
            <a:ext cx="1128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8"/>
          <p:cNvCxnSpPr/>
          <p:nvPr/>
        </p:nvCxnSpPr>
        <p:spPr>
          <a:xfrm>
            <a:off x="3962400" y="4927600"/>
            <a:ext cx="507900" cy="3810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825500" y="24352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Corbel"/>
              <a:buNone/>
            </a:pPr>
            <a:r>
              <a:rPr b="1" lang="en-US" sz="4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SAP inbound outbound</a:t>
            </a:r>
            <a:endParaRPr b="1" sz="4800">
              <a:solidFill>
                <a:srgbClr val="1E4E79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609809" y="643245"/>
            <a:ext cx="10994527" cy="59076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54547" y="0"/>
            <a:ext cx="2203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Login Process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693572" y="12805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899634" y="3366931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admin@naufar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899634" y="2802338"/>
            <a:ext cx="18067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User Name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195848" y="5262858"/>
            <a:ext cx="1906073" cy="4507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376929" y="12805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flipH="1" rot="10800000">
            <a:off x="4101921" y="3366825"/>
            <a:ext cx="1275000" cy="97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" name="Google Shape;190;p20"/>
          <p:cNvSpPr txBox="1"/>
          <p:nvPr/>
        </p:nvSpPr>
        <p:spPr>
          <a:xfrm>
            <a:off x="8333518" y="1281688"/>
            <a:ext cx="33885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model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verification logins to system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on first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899634" y="3962677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**********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725" y="2568141"/>
            <a:ext cx="24288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111415" y="2123466"/>
            <a:ext cx="12221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4875" y="1335073"/>
            <a:ext cx="1694005" cy="44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21972" y="1231900"/>
            <a:ext cx="2859110" cy="42287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485900" y="2122618"/>
            <a:ext cx="1544965" cy="105238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Employees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56029" y="1660781"/>
            <a:ext cx="24556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Management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838411" y="747142"/>
            <a:ext cx="2032290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005329" y="12297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 rot="10800000">
            <a:off x="3200300" y="2146400"/>
            <a:ext cx="787500" cy="5841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21"/>
          <p:cNvSpPr txBox="1"/>
          <p:nvPr/>
        </p:nvSpPr>
        <p:spPr>
          <a:xfrm>
            <a:off x="7241318" y="938788"/>
            <a:ext cx="47066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import Employee master data.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web service provides the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connects to import data and shall saves to 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21"/>
          <p:cNvCxnSpPr>
            <a:stCxn id="208" idx="1"/>
            <a:endCxn id="204" idx="3"/>
          </p:cNvCxnSpPr>
          <p:nvPr/>
        </p:nvCxnSpPr>
        <p:spPr>
          <a:xfrm rot="10800000">
            <a:off x="6864307" y="3580051"/>
            <a:ext cx="855000" cy="10542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21"/>
          <p:cNvSpPr/>
          <p:nvPr/>
        </p:nvSpPr>
        <p:spPr>
          <a:xfrm>
            <a:off x="7719307" y="3467595"/>
            <a:ext cx="2018459" cy="2333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908" y="3629415"/>
            <a:ext cx="1456203" cy="145620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8097886" y="5189517"/>
            <a:ext cx="1345639" cy="46061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32364" y="32783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180438" y="4135260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161389" y="29385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27172" y="4509641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180439" y="352998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 flipH="1" rot="-5400000">
            <a:off x="2476500" y="4292600"/>
            <a:ext cx="1955700" cy="507900"/>
          </a:xfrm>
          <a:prstGeom prst="bentConnector3">
            <a:avLst>
              <a:gd fmla="val -64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20" name="Google Shape;220;p21"/>
          <p:cNvSpPr txBox="1"/>
          <p:nvPr/>
        </p:nvSpPr>
        <p:spPr>
          <a:xfrm>
            <a:off x="154547" y="0"/>
            <a:ext cx="30451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Employee Master data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8447" y="292100"/>
            <a:ext cx="1391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75" y="1296973"/>
            <a:ext cx="1694005" cy="442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80px-SAP-Logodg.svg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6850" y="1233487"/>
            <a:ext cx="285750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522838" y="3900905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SOAP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stration-du-geste-main-ecran-tactile_53876-5608.jpg" id="225" name="Google Shape;225;p21"/>
          <p:cNvPicPr preferRelativeResize="0"/>
          <p:nvPr/>
        </p:nvPicPr>
        <p:blipFill rotWithShape="1">
          <a:blip r:embed="rId6">
            <a:alphaModFix/>
          </a:blip>
          <a:srcRect b="16075" l="16864" r="17653" t="17653"/>
          <a:stretch/>
        </p:blipFill>
        <p:spPr>
          <a:xfrm>
            <a:off x="660400" y="2273300"/>
            <a:ext cx="711200" cy="719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7-512.png" id="226" name="Google Shape;226;p21"/>
          <p:cNvPicPr preferRelativeResize="0"/>
          <p:nvPr/>
        </p:nvPicPr>
        <p:blipFill rotWithShape="1">
          <a:blip r:embed="rId7">
            <a:alphaModFix/>
          </a:blip>
          <a:srcRect b="13801" l="0" r="0" t="13021"/>
          <a:stretch/>
        </p:blipFill>
        <p:spPr>
          <a:xfrm flipH="1">
            <a:off x="3975100" y="704652"/>
            <a:ext cx="660400" cy="5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7241318" y="938788"/>
            <a:ext cx="47066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import shift definition master data.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services provides the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connects to import data and shall saves to 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2"/>
          <p:cNvCxnSpPr>
            <a:stCxn id="234" idx="1"/>
          </p:cNvCxnSpPr>
          <p:nvPr/>
        </p:nvCxnSpPr>
        <p:spPr>
          <a:xfrm rot="10800000">
            <a:off x="6935107" y="4203926"/>
            <a:ext cx="784200" cy="4422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4" name="Google Shape;234;p22"/>
          <p:cNvSpPr/>
          <p:nvPr/>
        </p:nvSpPr>
        <p:spPr>
          <a:xfrm>
            <a:off x="7719307" y="3491345"/>
            <a:ext cx="2030335" cy="23095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4282" y="3691738"/>
            <a:ext cx="1441381" cy="144138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/>
          <p:nvPr/>
        </p:nvSpPr>
        <p:spPr>
          <a:xfrm>
            <a:off x="8097887" y="5241540"/>
            <a:ext cx="1353556" cy="4085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54547" y="0"/>
            <a:ext cx="23422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Shift Definition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2"/>
          <p:cNvCxnSpPr/>
          <p:nvPr/>
        </p:nvCxnSpPr>
        <p:spPr>
          <a:xfrm rot="10800000">
            <a:off x="3200300" y="2146400"/>
            <a:ext cx="787500" cy="5841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2" name="Google Shape;242;p22"/>
          <p:cNvCxnSpPr/>
          <p:nvPr/>
        </p:nvCxnSpPr>
        <p:spPr>
          <a:xfrm flipH="1" rot="-5400000">
            <a:off x="2476500" y="4292600"/>
            <a:ext cx="1955700" cy="507900"/>
          </a:xfrm>
          <a:prstGeom prst="bentConnector3">
            <a:avLst>
              <a:gd fmla="val -64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43" name="Google Shape;243;p22"/>
          <p:cNvSpPr txBox="1"/>
          <p:nvPr/>
        </p:nvSpPr>
        <p:spPr>
          <a:xfrm>
            <a:off x="4713847" y="330200"/>
            <a:ext cx="1391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21972" y="1231900"/>
            <a:ext cx="2859110" cy="42287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485900" y="2122618"/>
            <a:ext cx="1544965" cy="105238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Shifts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556029" y="1660781"/>
            <a:ext cx="19593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Management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32364" y="32783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27172" y="4509641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75" y="12969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522838" y="3900905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SOAP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stration-du-geste-main-ecran-tactile_53876-5608.jpg" id="251" name="Google Shape;251;p22"/>
          <p:cNvPicPr preferRelativeResize="0"/>
          <p:nvPr/>
        </p:nvPicPr>
        <p:blipFill rotWithShape="1">
          <a:blip r:embed="rId5">
            <a:alphaModFix/>
          </a:blip>
          <a:srcRect b="16075" l="16864" r="17653" t="17653"/>
          <a:stretch/>
        </p:blipFill>
        <p:spPr>
          <a:xfrm>
            <a:off x="660400" y="2273300"/>
            <a:ext cx="711200" cy="71976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4838411" y="747142"/>
            <a:ext cx="2032290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005329" y="12297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180438" y="4135260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161389" y="29385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180439" y="352998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80px-SAP-Logodg.svg.png" id="257" name="Google Shape;25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6850" y="1233487"/>
            <a:ext cx="28575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7-512.png" id="258" name="Google Shape;258;p22"/>
          <p:cNvPicPr preferRelativeResize="0"/>
          <p:nvPr/>
        </p:nvPicPr>
        <p:blipFill rotWithShape="1">
          <a:blip r:embed="rId7">
            <a:alphaModFix/>
          </a:blip>
          <a:srcRect b="13801" l="0" r="0" t="13021"/>
          <a:stretch/>
        </p:blipFill>
        <p:spPr>
          <a:xfrm flipH="1">
            <a:off x="3975100" y="704652"/>
            <a:ext cx="660400" cy="5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7241318" y="938788"/>
            <a:ext cx="47066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import Holiday master data.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services provides the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connects to import data and shall saves to 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3"/>
          <p:cNvCxnSpPr>
            <a:stCxn id="266" idx="1"/>
          </p:cNvCxnSpPr>
          <p:nvPr/>
        </p:nvCxnSpPr>
        <p:spPr>
          <a:xfrm rot="10800000">
            <a:off x="6923407" y="4073329"/>
            <a:ext cx="795900" cy="6678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" name="Google Shape;266;p23"/>
          <p:cNvSpPr/>
          <p:nvPr/>
        </p:nvSpPr>
        <p:spPr>
          <a:xfrm>
            <a:off x="7719307" y="3681351"/>
            <a:ext cx="1899706" cy="21195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6158" y="3786569"/>
            <a:ext cx="1322799" cy="1322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/>
          <p:nvPr/>
        </p:nvSpPr>
        <p:spPr>
          <a:xfrm>
            <a:off x="8097887" y="5275154"/>
            <a:ext cx="1266470" cy="3749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154547" y="0"/>
            <a:ext cx="2392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Holidays Import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23"/>
          <p:cNvCxnSpPr/>
          <p:nvPr/>
        </p:nvCxnSpPr>
        <p:spPr>
          <a:xfrm rot="10800000">
            <a:off x="3200300" y="2146400"/>
            <a:ext cx="787500" cy="5841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" name="Google Shape;274;p23"/>
          <p:cNvCxnSpPr/>
          <p:nvPr/>
        </p:nvCxnSpPr>
        <p:spPr>
          <a:xfrm flipH="1" rot="-5400000">
            <a:off x="2476500" y="4292600"/>
            <a:ext cx="1955700" cy="507900"/>
          </a:xfrm>
          <a:prstGeom prst="bentConnector3">
            <a:avLst>
              <a:gd fmla="val -64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75" name="Google Shape;275;p23"/>
          <p:cNvSpPr txBox="1"/>
          <p:nvPr/>
        </p:nvSpPr>
        <p:spPr>
          <a:xfrm>
            <a:off x="4713847" y="330200"/>
            <a:ext cx="1391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321972" y="1231900"/>
            <a:ext cx="2859110" cy="42287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1485900" y="2122618"/>
            <a:ext cx="1544965" cy="105238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Holiday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556029" y="1660781"/>
            <a:ext cx="22405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Holiday Management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32364" y="32783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527172" y="4509641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75" y="12969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522838" y="3900905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SOAP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stration-du-geste-main-ecran-tactile_53876-5608.jpg" id="283" name="Google Shape;283;p23"/>
          <p:cNvPicPr preferRelativeResize="0"/>
          <p:nvPr/>
        </p:nvPicPr>
        <p:blipFill rotWithShape="1">
          <a:blip r:embed="rId5">
            <a:alphaModFix/>
          </a:blip>
          <a:srcRect b="16075" l="16864" r="17653" t="17653"/>
          <a:stretch/>
        </p:blipFill>
        <p:spPr>
          <a:xfrm>
            <a:off x="660400" y="2273300"/>
            <a:ext cx="711200" cy="71976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/>
          <p:nvPr/>
        </p:nvSpPr>
        <p:spPr>
          <a:xfrm>
            <a:off x="4838411" y="747142"/>
            <a:ext cx="2032290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4005329" y="12297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4180438" y="4135260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4161389" y="29385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180439" y="352998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80px-SAP-Logodg.svg.png" id="289" name="Google Shape;2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6850" y="1233487"/>
            <a:ext cx="28575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7-512.png" id="290" name="Google Shape;290;p23"/>
          <p:cNvPicPr preferRelativeResize="0"/>
          <p:nvPr/>
        </p:nvPicPr>
        <p:blipFill rotWithShape="1">
          <a:blip r:embed="rId7">
            <a:alphaModFix/>
          </a:blip>
          <a:srcRect b="13801" l="0" r="0" t="13021"/>
          <a:stretch/>
        </p:blipFill>
        <p:spPr>
          <a:xfrm flipH="1">
            <a:off x="3975100" y="704652"/>
            <a:ext cx="660400" cy="5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>
            <a:off x="215900" y="393700"/>
            <a:ext cx="11468099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154547" y="0"/>
            <a:ext cx="21804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In/Out Export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321972" y="1231900"/>
            <a:ext cx="2859110" cy="41144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32364" y="26814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530629" y="1800481"/>
            <a:ext cx="2514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Attendance Web-service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4005329" y="698500"/>
            <a:ext cx="2859110" cy="51812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24"/>
          <p:cNvCxnSpPr/>
          <p:nvPr/>
        </p:nvCxnSpPr>
        <p:spPr>
          <a:xfrm flipH="1" rot="10800000">
            <a:off x="3199606" y="2196994"/>
            <a:ext cx="750000" cy="6867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2" name="Google Shape;302;p24"/>
          <p:cNvSpPr txBox="1"/>
          <p:nvPr/>
        </p:nvSpPr>
        <p:spPr>
          <a:xfrm>
            <a:off x="7241318" y="938788"/>
            <a:ext cx="470667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Admin import check-in check-out from time attendance server via web service.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services provides the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connects to import data and shall saves to SAP-DB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24"/>
          <p:cNvCxnSpPr/>
          <p:nvPr/>
        </p:nvCxnSpPr>
        <p:spPr>
          <a:xfrm flipH="1" rot="10800000">
            <a:off x="6832600" y="3961400"/>
            <a:ext cx="900600" cy="864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4" name="Google Shape;304;p24"/>
          <p:cNvSpPr/>
          <p:nvPr/>
        </p:nvSpPr>
        <p:spPr>
          <a:xfrm>
            <a:off x="532364" y="32783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22839" y="385934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494264" y="44498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4161389" y="33195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170914" y="450157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4180440" y="5130206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to master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11" name="Google Shape;3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4"/>
          <p:cNvCxnSpPr/>
          <p:nvPr/>
        </p:nvCxnSpPr>
        <p:spPr>
          <a:xfrm flipH="1" rot="5400000">
            <a:off x="2155100" y="4187100"/>
            <a:ext cx="2439600" cy="387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14" name="Google Shape;314;p24"/>
          <p:cNvSpPr txBox="1"/>
          <p:nvPr/>
        </p:nvSpPr>
        <p:spPr>
          <a:xfrm>
            <a:off x="4713847" y="330200"/>
            <a:ext cx="1184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315" name="Google Shape;31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775" y="1322373"/>
            <a:ext cx="1694005" cy="442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80px-SAP-Logodg.svg.png" id="316" name="Google Shape;3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6850" y="712787"/>
            <a:ext cx="285750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/>
          <p:nvPr/>
        </p:nvSpPr>
        <p:spPr>
          <a:xfrm>
            <a:off x="4157059" y="3905837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317211" y="709042"/>
            <a:ext cx="2032290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7-512.png" id="319" name="Google Shape;319;p24"/>
          <p:cNvPicPr preferRelativeResize="0"/>
          <p:nvPr/>
        </p:nvPicPr>
        <p:blipFill rotWithShape="1">
          <a:blip r:embed="rId6">
            <a:alphaModFix/>
          </a:blip>
          <a:srcRect b="13801" l="0" r="0" t="13021"/>
          <a:stretch/>
        </p:blipFill>
        <p:spPr>
          <a:xfrm>
            <a:off x="2438400" y="641152"/>
            <a:ext cx="647700" cy="501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/>
          <p:nvPr/>
        </p:nvSpPr>
        <p:spPr>
          <a:xfrm>
            <a:off x="4152900" y="2186118"/>
            <a:ext cx="1544965" cy="105238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Check in-out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stration-du-geste-main-ecran-tactile_53876-5608.jpg" id="321" name="Google Shape;321;p24"/>
          <p:cNvPicPr preferRelativeResize="0"/>
          <p:nvPr/>
        </p:nvPicPr>
        <p:blipFill rotWithShape="1">
          <a:blip r:embed="rId7">
            <a:alphaModFix/>
          </a:blip>
          <a:srcRect b="16075" l="16864" r="17653" t="17653"/>
          <a:stretch/>
        </p:blipFill>
        <p:spPr>
          <a:xfrm flipH="1">
            <a:off x="5854700" y="2273300"/>
            <a:ext cx="673100" cy="71976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/>
          <p:nvPr/>
        </p:nvSpPr>
        <p:spPr>
          <a:xfrm>
            <a:off x="7719307" y="3681351"/>
            <a:ext cx="1899706" cy="21195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23" name="Google Shape;3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6158" y="3786569"/>
            <a:ext cx="1322799" cy="1322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/>
          <p:nvPr/>
        </p:nvSpPr>
        <p:spPr>
          <a:xfrm>
            <a:off x="8097887" y="5275154"/>
            <a:ext cx="1266470" cy="3749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4005329" y="698500"/>
            <a:ext cx="2859110" cy="51812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80px-SAP-Logodg.svg.png" id="331" name="Google Shape;3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6850" y="712787"/>
            <a:ext cx="285750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154547" y="0"/>
            <a:ext cx="19566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Roster data Export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25"/>
          <p:cNvCxnSpPr/>
          <p:nvPr/>
        </p:nvCxnSpPr>
        <p:spPr>
          <a:xfrm flipH="1" rot="10800000">
            <a:off x="6832600" y="3961400"/>
            <a:ext cx="900600" cy="864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4" name="Google Shape;334;p25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35" name="Google Shape;3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5"/>
          <p:cNvCxnSpPr/>
          <p:nvPr/>
        </p:nvCxnSpPr>
        <p:spPr>
          <a:xfrm flipH="1" rot="5400000">
            <a:off x="2155100" y="4187100"/>
            <a:ext cx="2439600" cy="387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38" name="Google Shape;338;p25"/>
          <p:cNvSpPr txBox="1"/>
          <p:nvPr/>
        </p:nvSpPr>
        <p:spPr>
          <a:xfrm>
            <a:off x="7241318" y="938788"/>
            <a:ext cx="470667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Admin import Roster data from time attendance server via web service.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SAP services provides the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connects to import data and shall saves to SAP-DB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25"/>
          <p:cNvCxnSpPr/>
          <p:nvPr/>
        </p:nvCxnSpPr>
        <p:spPr>
          <a:xfrm flipH="1" rot="10800000">
            <a:off x="3175000" y="2057300"/>
            <a:ext cx="863700" cy="6732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0" name="Google Shape;340;p25"/>
          <p:cNvCxnSpPr/>
          <p:nvPr/>
        </p:nvCxnSpPr>
        <p:spPr>
          <a:xfrm flipH="1" rot="5400000">
            <a:off x="2155100" y="4187100"/>
            <a:ext cx="2439600" cy="387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41" name="Google Shape;341;p25"/>
          <p:cNvSpPr txBox="1"/>
          <p:nvPr/>
        </p:nvSpPr>
        <p:spPr>
          <a:xfrm>
            <a:off x="4713847" y="330200"/>
            <a:ext cx="1184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321972" y="1231900"/>
            <a:ext cx="2859110" cy="411444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32364" y="26814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530629" y="1800481"/>
            <a:ext cx="2028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Roster Web-service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32364" y="32783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535539" y="450704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532364" y="39037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348" name="Google Shape;34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3775" y="13223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/>
          <p:nvPr/>
        </p:nvSpPr>
        <p:spPr>
          <a:xfrm>
            <a:off x="317211" y="709042"/>
            <a:ext cx="2032290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7-512.png" id="350" name="Google Shape;350;p25"/>
          <p:cNvPicPr preferRelativeResize="0"/>
          <p:nvPr/>
        </p:nvPicPr>
        <p:blipFill rotWithShape="1">
          <a:blip r:embed="rId6">
            <a:alphaModFix/>
          </a:blip>
          <a:srcRect b="13801" l="0" r="0" t="13021"/>
          <a:stretch/>
        </p:blipFill>
        <p:spPr>
          <a:xfrm>
            <a:off x="2438400" y="641152"/>
            <a:ext cx="647700" cy="50184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5"/>
          <p:cNvSpPr/>
          <p:nvPr/>
        </p:nvSpPr>
        <p:spPr>
          <a:xfrm>
            <a:off x="4161389" y="33195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4170914" y="450157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4180440" y="5130206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to master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 txBox="1"/>
          <p:nvPr/>
        </p:nvSpPr>
        <p:spPr>
          <a:xfrm>
            <a:off x="4713847" y="330200"/>
            <a:ext cx="1184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INBOUND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4157059" y="3905837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4152900" y="2186118"/>
            <a:ext cx="1544965" cy="105238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Check in-out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llustration-du-geste-main-ecran-tactile_53876-5608.jpg" id="357" name="Google Shape;357;p25"/>
          <p:cNvPicPr preferRelativeResize="0"/>
          <p:nvPr/>
        </p:nvPicPr>
        <p:blipFill rotWithShape="1">
          <a:blip r:embed="rId7">
            <a:alphaModFix/>
          </a:blip>
          <a:srcRect b="16075" l="16864" r="17653" t="17653"/>
          <a:stretch/>
        </p:blipFill>
        <p:spPr>
          <a:xfrm flipH="1">
            <a:off x="5854700" y="2273300"/>
            <a:ext cx="673100" cy="71976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/>
          <p:nvPr/>
        </p:nvSpPr>
        <p:spPr>
          <a:xfrm>
            <a:off x="7719307" y="3681351"/>
            <a:ext cx="1899706" cy="21195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59" name="Google Shape;3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6158" y="3786569"/>
            <a:ext cx="1322799" cy="1322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5"/>
          <p:cNvSpPr/>
          <p:nvPr/>
        </p:nvSpPr>
        <p:spPr>
          <a:xfrm>
            <a:off x="8097887" y="5275154"/>
            <a:ext cx="1266470" cy="3749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154547" y="0"/>
            <a:ext cx="42400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INBOUND Data Verification and Reporting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321972" y="7598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1676111" y="1953642"/>
            <a:ext cx="1336964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4005329" y="7598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26"/>
          <p:cNvCxnSpPr/>
          <p:nvPr/>
        </p:nvCxnSpPr>
        <p:spPr>
          <a:xfrm flipH="1" rot="10800000">
            <a:off x="3200400" y="2171600"/>
            <a:ext cx="774600" cy="5970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" name="Google Shape;371;p26"/>
          <p:cNvSpPr/>
          <p:nvPr/>
        </p:nvSpPr>
        <p:spPr>
          <a:xfrm>
            <a:off x="8021851" y="6073899"/>
            <a:ext cx="1906073" cy="5066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ign-process-04a.png" id="372" name="Google Shape;372;p26"/>
          <p:cNvPicPr preferRelativeResize="0"/>
          <p:nvPr/>
        </p:nvPicPr>
        <p:blipFill rotWithShape="1">
          <a:blip r:embed="rId3">
            <a:alphaModFix/>
          </a:blip>
          <a:srcRect b="43387" l="26912" r="22294" t="12767"/>
          <a:stretch/>
        </p:blipFill>
        <p:spPr>
          <a:xfrm>
            <a:off x="988868" y="1863725"/>
            <a:ext cx="713013" cy="6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/>
          <p:nvPr/>
        </p:nvSpPr>
        <p:spPr>
          <a:xfrm>
            <a:off x="545064" y="29862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Response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548239" y="356724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494264" y="41577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 txBox="1"/>
          <p:nvPr/>
        </p:nvSpPr>
        <p:spPr>
          <a:xfrm>
            <a:off x="676679" y="1317881"/>
            <a:ext cx="21407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Import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4161389" y="26210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SOAP Request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170914" y="38019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179284" y="439015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289807" y="5600701"/>
            <a:ext cx="3520193" cy="110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81" name="Google Shape;3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338" y="5669119"/>
            <a:ext cx="930273" cy="93027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/>
          <p:nvPr/>
        </p:nvSpPr>
        <p:spPr>
          <a:xfrm>
            <a:off x="1366887" y="59817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26"/>
          <p:cNvCxnSpPr/>
          <p:nvPr/>
        </p:nvCxnSpPr>
        <p:spPr>
          <a:xfrm flipH="1" rot="5400000">
            <a:off x="2155100" y="4187100"/>
            <a:ext cx="2439600" cy="3876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84" name="Google Shape;384;p26"/>
          <p:cNvSpPr/>
          <p:nvPr/>
        </p:nvSpPr>
        <p:spPr>
          <a:xfrm>
            <a:off x="7472429" y="787400"/>
            <a:ext cx="2859110" cy="3581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7653889" y="2316294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7663414" y="291636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SUCCESS/FAILURE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672939" y="3545019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9712900" y="5248893"/>
            <a:ext cx="1271775" cy="13418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389" name="Google Shape;3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6345" y="5342744"/>
            <a:ext cx="1214580" cy="1214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206716348.png" id="390" name="Google Shape;3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7306" y="914400"/>
            <a:ext cx="1231494" cy="1231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80px-SAP-Logodg.svg.png" id="391" name="Google Shape;39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6850" y="763587"/>
            <a:ext cx="2857500" cy="141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26"/>
          <p:cNvCxnSpPr>
            <a:stCxn id="384" idx="2"/>
            <a:endCxn id="388" idx="1"/>
          </p:cNvCxnSpPr>
          <p:nvPr/>
        </p:nvCxnSpPr>
        <p:spPr>
          <a:xfrm flipH="1" rot="-5400000">
            <a:off x="8531934" y="4738850"/>
            <a:ext cx="1551000" cy="810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93" name="Google Shape;393;p26"/>
          <p:cNvCxnSpPr>
            <a:stCxn id="369" idx="3"/>
            <a:endCxn id="384" idx="1"/>
          </p:cNvCxnSpPr>
          <p:nvPr/>
        </p:nvCxnSpPr>
        <p:spPr>
          <a:xfrm flipH="1" rot="10800000">
            <a:off x="6864439" y="2578048"/>
            <a:ext cx="608100" cy="5322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descr="timeNex.png" id="394" name="Google Shape;39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975" y="8778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6"/>
          <p:cNvSpPr txBox="1"/>
          <p:nvPr/>
        </p:nvSpPr>
        <p:spPr>
          <a:xfrm>
            <a:off x="4815618" y="329188"/>
            <a:ext cx="67794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importing data to SAP the data shall be verified for integrity.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4157059" y="3206173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XML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/>
          <p:nvPr>
            <p:ph type="title"/>
          </p:nvPr>
        </p:nvSpPr>
        <p:spPr>
          <a:xfrm>
            <a:off x="825500" y="24352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Corbel"/>
              <a:buNone/>
            </a:pPr>
            <a:r>
              <a:rPr b="1" lang="en-US" sz="4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Employee Master Data</a:t>
            </a:r>
            <a:endParaRPr b="1" sz="4800">
              <a:solidFill>
                <a:srgbClr val="1E4E79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/>
          <p:nvPr/>
        </p:nvSpPr>
        <p:spPr>
          <a:xfrm>
            <a:off x="368509" y="444500"/>
            <a:ext cx="10994527" cy="6083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154547" y="0"/>
            <a:ext cx="24299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 Login Process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1693572" y="12805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1899634" y="3366931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manager@naufar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1899634" y="2802338"/>
            <a:ext cx="18067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 User Name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2195848" y="5262858"/>
            <a:ext cx="1906073" cy="4507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5376929" y="12805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28"/>
          <p:cNvCxnSpPr/>
          <p:nvPr/>
        </p:nvCxnSpPr>
        <p:spPr>
          <a:xfrm flipH="1" rot="10800000">
            <a:off x="4101921" y="3366825"/>
            <a:ext cx="1275000" cy="97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p28"/>
          <p:cNvSpPr txBox="1"/>
          <p:nvPr/>
        </p:nvSpPr>
        <p:spPr>
          <a:xfrm>
            <a:off x="8333518" y="1281688"/>
            <a:ext cx="33885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Login model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After verification logins to system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Dashboard on first view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5" name="Google Shape;415;p28"/>
          <p:cNvSpPr/>
          <p:nvPr/>
        </p:nvSpPr>
        <p:spPr>
          <a:xfrm>
            <a:off x="1899634" y="3962677"/>
            <a:ext cx="249850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**********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s.png" id="416" name="Google Shape;4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725" y="2568141"/>
            <a:ext cx="24288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8"/>
          <p:cNvSpPr txBox="1"/>
          <p:nvPr/>
        </p:nvSpPr>
        <p:spPr>
          <a:xfrm>
            <a:off x="6111415" y="2123466"/>
            <a:ext cx="12221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418" name="Google Shape;4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4875" y="1335073"/>
            <a:ext cx="1694005" cy="44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9"/>
          <p:cNvSpPr txBox="1"/>
          <p:nvPr/>
        </p:nvSpPr>
        <p:spPr>
          <a:xfrm>
            <a:off x="154547" y="0"/>
            <a:ext cx="18562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Profile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321971" y="759855"/>
            <a:ext cx="11038755" cy="1179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425" name="Google Shape;4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9"/>
          <p:cNvSpPr txBox="1"/>
          <p:nvPr/>
        </p:nvSpPr>
        <p:spPr>
          <a:xfrm>
            <a:off x="607406" y="1443727"/>
            <a:ext cx="1920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9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5594670" y="8721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7758679" y="8721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 rot="5400000">
            <a:off x="7833865" y="9385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8336224" y="852333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362" y="2034251"/>
            <a:ext cx="11155205" cy="4657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"/>
          <p:cNvSpPr txBox="1"/>
          <p:nvPr/>
        </p:nvSpPr>
        <p:spPr>
          <a:xfrm>
            <a:off x="154547" y="0"/>
            <a:ext cx="20301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View 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/>
          <p:nvPr/>
        </p:nvSpPr>
        <p:spPr>
          <a:xfrm>
            <a:off x="321971" y="759855"/>
            <a:ext cx="11038755" cy="1179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441" name="Google Shape;4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607406" y="1402163"/>
            <a:ext cx="1920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Emp: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0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5594670" y="8721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Emp: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7758679" y="8721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/>
          <p:nvPr/>
        </p:nvSpPr>
        <p:spPr>
          <a:xfrm rot="5400000">
            <a:off x="7833865" y="9385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8336224" y="852333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dal\Desktop\view-shift.png" id="450" name="Google Shape;450;p30"/>
          <p:cNvPicPr preferRelativeResize="0"/>
          <p:nvPr/>
        </p:nvPicPr>
        <p:blipFill rotWithShape="1">
          <a:blip r:embed="rId4">
            <a:alphaModFix/>
          </a:blip>
          <a:srcRect b="17471" l="0" r="1340" t="18659"/>
          <a:stretch/>
        </p:blipFill>
        <p:spPr>
          <a:xfrm>
            <a:off x="317975" y="2119746"/>
            <a:ext cx="11076890" cy="4031672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 txBox="1"/>
          <p:nvPr/>
        </p:nvSpPr>
        <p:spPr>
          <a:xfrm>
            <a:off x="154547" y="0"/>
            <a:ext cx="22274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Designation 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1"/>
          <p:cNvSpPr/>
          <p:nvPr/>
        </p:nvSpPr>
        <p:spPr>
          <a:xfrm>
            <a:off x="321971" y="759855"/>
            <a:ext cx="11038755" cy="1179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457" name="Google Shape;45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1"/>
          <p:cNvSpPr txBox="1"/>
          <p:nvPr/>
        </p:nvSpPr>
        <p:spPr>
          <a:xfrm>
            <a:off x="607406" y="1402163"/>
            <a:ext cx="2117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Designation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1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Designation List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1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1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5551460" y="907752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dal\Desktop\view-shift.png" id="463" name="Google Shape;46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975" y="2128605"/>
            <a:ext cx="11076890" cy="4013953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 txBox="1"/>
          <p:nvPr/>
        </p:nvSpPr>
        <p:spPr>
          <a:xfrm>
            <a:off x="154547" y="0"/>
            <a:ext cx="1927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Management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321972" y="7598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470" name="Google Shape;4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75" y="8143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 txBox="1"/>
          <p:nvPr/>
        </p:nvSpPr>
        <p:spPr>
          <a:xfrm>
            <a:off x="981479" y="1457581"/>
            <a:ext cx="1391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551615" y="20832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Add New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551617" y="260393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483007" y="4780094"/>
            <a:ext cx="25696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65472" y="31581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Description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titled-1.png" id="476" name="Google Shape;4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3255" y="756370"/>
            <a:ext cx="8642996" cy="3590058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477" name="Google Shape;477;p32"/>
          <p:cNvPicPr preferRelativeResize="0"/>
          <p:nvPr/>
        </p:nvPicPr>
        <p:blipFill rotWithShape="1">
          <a:blip r:embed="rId5">
            <a:alphaModFix/>
          </a:blip>
          <a:srcRect b="34564" l="0" r="0" t="19412"/>
          <a:stretch/>
        </p:blipFill>
        <p:spPr>
          <a:xfrm>
            <a:off x="3272705" y="4446879"/>
            <a:ext cx="8655628" cy="2239656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478" name="Google Shape;478;p32"/>
          <p:cNvSpPr txBox="1"/>
          <p:nvPr/>
        </p:nvSpPr>
        <p:spPr>
          <a:xfrm>
            <a:off x="8432809" y="2019442"/>
            <a:ext cx="3759191" cy="92333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the new Add Unit form.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the required fields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submit to save.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3"/>
          <p:cNvSpPr/>
          <p:nvPr/>
        </p:nvSpPr>
        <p:spPr>
          <a:xfrm>
            <a:off x="609809" y="643245"/>
            <a:ext cx="10994527" cy="59076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54547" y="0"/>
            <a:ext cx="23489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Skills to Employee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3"/>
          <p:cNvSpPr/>
          <p:nvPr/>
        </p:nvSpPr>
        <p:spPr>
          <a:xfrm>
            <a:off x="1179385" y="7598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4405542" y="759854"/>
            <a:ext cx="2859110" cy="47404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33"/>
          <p:cNvCxnSpPr/>
          <p:nvPr/>
        </p:nvCxnSpPr>
        <p:spPr>
          <a:xfrm>
            <a:off x="4052621" y="3262579"/>
            <a:ext cx="314700" cy="270600"/>
          </a:xfrm>
          <a:prstGeom prst="bentConnector3">
            <a:avLst>
              <a:gd fmla="val 4997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8" name="Google Shape;488;p33"/>
          <p:cNvSpPr/>
          <p:nvPr/>
        </p:nvSpPr>
        <p:spPr>
          <a:xfrm>
            <a:off x="9113887" y="61849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489" name="Google Shape;4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990" y="5597402"/>
            <a:ext cx="909945" cy="909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meNex.png" id="490" name="Google Shape;4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7188" y="8143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3"/>
          <p:cNvSpPr txBox="1"/>
          <p:nvPr/>
        </p:nvSpPr>
        <p:spPr>
          <a:xfrm>
            <a:off x="1737292" y="1457581"/>
            <a:ext cx="14606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321283" y="20832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3"/>
          <p:cNvSpPr/>
          <p:nvPr/>
        </p:nvSpPr>
        <p:spPr>
          <a:xfrm>
            <a:off x="3497992" y="20832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3"/>
          <p:cNvSpPr/>
          <p:nvPr/>
        </p:nvSpPr>
        <p:spPr>
          <a:xfrm rot="5400000">
            <a:off x="3598578" y="21496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3"/>
          <p:cNvSpPr txBox="1"/>
          <p:nvPr/>
        </p:nvSpPr>
        <p:spPr>
          <a:xfrm>
            <a:off x="1327998" y="2501900"/>
            <a:ext cx="2585035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521683" y="11434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685692" y="11434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3"/>
          <p:cNvSpPr/>
          <p:nvPr/>
        </p:nvSpPr>
        <p:spPr>
          <a:xfrm rot="5400000">
            <a:off x="6760878" y="12098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3"/>
          <p:cNvSpPr txBox="1"/>
          <p:nvPr/>
        </p:nvSpPr>
        <p:spPr>
          <a:xfrm>
            <a:off x="4515012" y="1562100"/>
            <a:ext cx="2596565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1321283" y="36707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3492912" y="36707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/>
          <p:nvPr/>
        </p:nvSpPr>
        <p:spPr>
          <a:xfrm rot="5400000">
            <a:off x="3583338" y="37371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33"/>
          <p:cNvCxnSpPr>
            <a:stCxn id="504" idx="2"/>
            <a:endCxn id="489" idx="1"/>
          </p:cNvCxnSpPr>
          <p:nvPr/>
        </p:nvCxnSpPr>
        <p:spPr>
          <a:xfrm flipH="1" rot="-5400000">
            <a:off x="7775563" y="3397088"/>
            <a:ext cx="714600" cy="45960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504" name="Google Shape;504;p33"/>
          <p:cNvSpPr/>
          <p:nvPr/>
        </p:nvSpPr>
        <p:spPr>
          <a:xfrm>
            <a:off x="4550057" y="4835512"/>
            <a:ext cx="25696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Skill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3"/>
          <p:cNvSpPr txBox="1"/>
          <p:nvPr/>
        </p:nvSpPr>
        <p:spPr>
          <a:xfrm>
            <a:off x="1320378" y="4102794"/>
            <a:ext cx="2592656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</a:t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4563243" y="2999998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Skill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3"/>
          <p:cNvSpPr/>
          <p:nvPr/>
        </p:nvSpPr>
        <p:spPr>
          <a:xfrm>
            <a:off x="6727252" y="2999998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3"/>
          <p:cNvSpPr/>
          <p:nvPr/>
        </p:nvSpPr>
        <p:spPr>
          <a:xfrm rot="5400000">
            <a:off x="6802438" y="3066404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3"/>
          <p:cNvSpPr txBox="1"/>
          <p:nvPr/>
        </p:nvSpPr>
        <p:spPr>
          <a:xfrm>
            <a:off x="4556572" y="3431365"/>
            <a:ext cx="2593105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Anesthesia </a:t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7707542" y="747154"/>
            <a:ext cx="2859110" cy="47404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3"/>
          <p:cNvSpPr/>
          <p:nvPr/>
        </p:nvSpPr>
        <p:spPr>
          <a:xfrm>
            <a:off x="7861783" y="1130733"/>
            <a:ext cx="2424795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Skills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3"/>
          <p:cNvSpPr txBox="1"/>
          <p:nvPr/>
        </p:nvSpPr>
        <p:spPr>
          <a:xfrm>
            <a:off x="7867813" y="1587500"/>
            <a:ext cx="2425700" cy="3231654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IV, Dialysis, Dressing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ICU, Injections, Dressing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Injections, Dialysis, Dressing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Injections, Dialysis, Dressing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CCU, Injections, Dressing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IV, Dialysis, Dressing </a:t>
            </a:r>
            <a:endParaRPr/>
          </a:p>
        </p:txBody>
      </p:sp>
      <p:sp>
        <p:nvSpPr>
          <p:cNvPr id="513" name="Google Shape;513;p33"/>
          <p:cNvSpPr/>
          <p:nvPr/>
        </p:nvSpPr>
        <p:spPr>
          <a:xfrm>
            <a:off x="1348952" y="28606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3"/>
          <p:cNvSpPr/>
          <p:nvPr/>
        </p:nvSpPr>
        <p:spPr>
          <a:xfrm>
            <a:off x="1336252" y="44481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3"/>
          <p:cNvSpPr/>
          <p:nvPr/>
        </p:nvSpPr>
        <p:spPr>
          <a:xfrm>
            <a:off x="4532860" y="2181555"/>
            <a:ext cx="2566348" cy="270699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3"/>
          <p:cNvSpPr/>
          <p:nvPr/>
        </p:nvSpPr>
        <p:spPr>
          <a:xfrm>
            <a:off x="4570960" y="3759200"/>
            <a:ext cx="2575749" cy="56935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7274257" y="2169994"/>
            <a:ext cx="436728" cy="43672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"/>
          <p:cNvSpPr txBox="1"/>
          <p:nvPr/>
        </p:nvSpPr>
        <p:spPr>
          <a:xfrm>
            <a:off x="154547" y="0"/>
            <a:ext cx="1247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View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97280" y="815272"/>
            <a:ext cx="11038755" cy="11797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524" name="Google Shape;52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4"/>
          <p:cNvSpPr txBox="1"/>
          <p:nvPr/>
        </p:nvSpPr>
        <p:spPr>
          <a:xfrm>
            <a:off x="607406" y="1443727"/>
            <a:ext cx="14606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 Title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4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5634587" y="880042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34"/>
          <p:cNvPicPr preferRelativeResize="0"/>
          <p:nvPr/>
        </p:nvPicPr>
        <p:blipFill rotWithShape="1">
          <a:blip r:embed="rId4">
            <a:alphaModFix/>
          </a:blip>
          <a:srcRect b="6250" l="4792" r="6296" t="27083"/>
          <a:stretch/>
        </p:blipFill>
        <p:spPr>
          <a:xfrm>
            <a:off x="207820" y="2064326"/>
            <a:ext cx="11305624" cy="4765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"/>
          <p:cNvSpPr txBox="1"/>
          <p:nvPr>
            <p:ph type="title"/>
          </p:nvPr>
        </p:nvSpPr>
        <p:spPr>
          <a:xfrm>
            <a:off x="825500" y="24352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Corbel"/>
              <a:buNone/>
            </a:pPr>
            <a:r>
              <a:rPr b="1" lang="en-US" sz="4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Shifts Rosters Creation </a:t>
            </a:r>
            <a:endParaRPr b="1" sz="4800">
              <a:solidFill>
                <a:srgbClr val="1E4E79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"/>
          <p:cNvSpPr/>
          <p:nvPr/>
        </p:nvSpPr>
        <p:spPr>
          <a:xfrm>
            <a:off x="609809" y="643245"/>
            <a:ext cx="10994527" cy="59076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6"/>
          <p:cNvSpPr txBox="1"/>
          <p:nvPr/>
        </p:nvSpPr>
        <p:spPr>
          <a:xfrm>
            <a:off x="154547" y="0"/>
            <a:ext cx="2487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Creation Process  1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698709" y="732145"/>
            <a:ext cx="2869991" cy="560515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543" name="Google Shape;5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75" y="925209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6"/>
          <p:cNvSpPr/>
          <p:nvPr/>
        </p:nvSpPr>
        <p:spPr>
          <a:xfrm>
            <a:off x="852951" y="16145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Req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3016960" y="1614504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/>
          <p:nvPr/>
        </p:nvSpPr>
        <p:spPr>
          <a:xfrm rot="5400000">
            <a:off x="3092146" y="1680910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 txBox="1"/>
          <p:nvPr/>
        </p:nvSpPr>
        <p:spPr>
          <a:xfrm>
            <a:off x="858980" y="2182111"/>
            <a:ext cx="2582719" cy="34163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Req ..9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8" name="Google Shape;548;p36"/>
          <p:cNvGraphicFramePr/>
          <p:nvPr/>
        </p:nvGraphicFramePr>
        <p:xfrm>
          <a:off x="3649517" y="2202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{F1957EC4-8442-48E4-859D-FC95A57A3AAD}</a:tableStyleId>
              </a:tblPr>
              <a:tblGrid>
                <a:gridCol w="991750"/>
                <a:gridCol w="692725"/>
                <a:gridCol w="675075"/>
                <a:gridCol w="717825"/>
                <a:gridCol w="743675"/>
                <a:gridCol w="717825"/>
                <a:gridCol w="744450"/>
                <a:gridCol w="720100"/>
                <a:gridCol w="657000"/>
                <a:gridCol w="62125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Grade Req: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Tue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Thu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IVx1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Evening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IVx1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Evening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Night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IVx1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Night Shift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ICx1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9" name="Google Shape;549;p36"/>
          <p:cNvSpPr/>
          <p:nvPr/>
        </p:nvSpPr>
        <p:spPr>
          <a:xfrm>
            <a:off x="8337870" y="58817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/>
          <p:nvPr/>
        </p:nvSpPr>
        <p:spPr>
          <a:xfrm rot="-5400000">
            <a:off x="10515733" y="588170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/>
          <p:nvPr/>
        </p:nvSpPr>
        <p:spPr>
          <a:xfrm>
            <a:off x="10590919" y="594811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859285" y="3345545"/>
            <a:ext cx="2423665" cy="264430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3195638" y="3209925"/>
            <a:ext cx="484188" cy="51911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3632200" y="5676900"/>
            <a:ext cx="3454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IV = Intravenous IC = In Charge</a:t>
            </a:r>
            <a:endParaRPr b="1" i="0" sz="1400" u="none" cap="none" strike="noStrike">
              <a:solidFill>
                <a:srgbClr val="1E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3619500" y="1676400"/>
            <a:ext cx="7467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STEP -1: DETERMINE THE NUMBER OF STAFF REQUIRED ON THE UNIT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6"/>
          <p:cNvSpPr txBox="1"/>
          <p:nvPr/>
        </p:nvSpPr>
        <p:spPr>
          <a:xfrm>
            <a:off x="3939318" y="837189"/>
            <a:ext cx="74271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Manager shall first calculate the number of staff required in each unit.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orbel"/>
              <a:buAutoNum type="arabicPeriod"/>
            </a:pPr>
            <a:r>
              <a:rPr lang="en-US" sz="1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And number of staff required shall be note in below table</a:t>
            </a:r>
            <a:endParaRPr sz="1800">
              <a:solidFill>
                <a:srgbClr val="1E4E79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"/>
          <p:cNvSpPr/>
          <p:nvPr/>
        </p:nvSpPr>
        <p:spPr>
          <a:xfrm>
            <a:off x="614072" y="620154"/>
            <a:ext cx="10688928" cy="59965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154547" y="0"/>
            <a:ext cx="2487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Creation Process  2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698709" y="713095"/>
            <a:ext cx="2755691" cy="57385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564" name="Google Shape;5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75" y="925209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7"/>
          <p:cNvSpPr/>
          <p:nvPr/>
        </p:nvSpPr>
        <p:spPr>
          <a:xfrm>
            <a:off x="814851" y="16145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Rotation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2978860" y="1614504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7"/>
          <p:cNvSpPr/>
          <p:nvPr/>
        </p:nvSpPr>
        <p:spPr>
          <a:xfrm rot="5400000">
            <a:off x="3079446" y="1680910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7"/>
          <p:cNvSpPr txBox="1"/>
          <p:nvPr/>
        </p:nvSpPr>
        <p:spPr>
          <a:xfrm>
            <a:off x="820880" y="2042411"/>
            <a:ext cx="2557319" cy="23083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Hours Rotation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Hour Rotation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Hours Rotation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Rotation 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8337870" y="612554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7"/>
          <p:cNvSpPr/>
          <p:nvPr/>
        </p:nvSpPr>
        <p:spPr>
          <a:xfrm rot="-5400000">
            <a:off x="10515733" y="612554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10590919" y="619195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833885" y="2088245"/>
            <a:ext cx="2544315" cy="27395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3721100" y="2070100"/>
            <a:ext cx="7467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STEP -2: DETERMINE THE PATTERN OF THE ROTATION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7"/>
          <p:cNvSpPr txBox="1"/>
          <p:nvPr/>
        </p:nvSpPr>
        <p:spPr>
          <a:xfrm>
            <a:off x="3812318" y="951489"/>
            <a:ext cx="62714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Determine the length of the rotation.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Determine how many times the rotation will repeat itself.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rgbClr val="1E4E79"/>
                </a:solidFill>
                <a:latin typeface="Corbel"/>
                <a:ea typeface="Corbel"/>
                <a:cs typeface="Corbel"/>
                <a:sym typeface="Corbel"/>
              </a:rPr>
              <a:t>Determine how many shifts must be worked.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" name="Google Shape;575;p37"/>
          <p:cNvPicPr preferRelativeResize="0"/>
          <p:nvPr/>
        </p:nvPicPr>
        <p:blipFill rotWithShape="1">
          <a:blip r:embed="rId4">
            <a:alphaModFix/>
          </a:blip>
          <a:srcRect b="12311" l="6048" r="7130" t="27630"/>
          <a:stretch/>
        </p:blipFill>
        <p:spPr>
          <a:xfrm>
            <a:off x="3627119" y="2575560"/>
            <a:ext cx="7582111" cy="2948940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576" name="Google Shape;576;p37"/>
          <p:cNvSpPr/>
          <p:nvPr/>
        </p:nvSpPr>
        <p:spPr>
          <a:xfrm>
            <a:off x="3290888" y="3070225"/>
            <a:ext cx="484188" cy="51911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"/>
          <p:cNvSpPr/>
          <p:nvPr/>
        </p:nvSpPr>
        <p:spPr>
          <a:xfrm>
            <a:off x="609809" y="643245"/>
            <a:ext cx="10994527" cy="59076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8"/>
          <p:cNvSpPr txBox="1"/>
          <p:nvPr/>
        </p:nvSpPr>
        <p:spPr>
          <a:xfrm>
            <a:off x="154547" y="0"/>
            <a:ext cx="2487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Creation Process  3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804985" y="1066303"/>
            <a:ext cx="2859110" cy="53938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38"/>
          <p:cNvCxnSpPr>
            <a:stCxn id="583" idx="3"/>
          </p:cNvCxnSpPr>
          <p:nvPr/>
        </p:nvCxnSpPr>
        <p:spPr>
          <a:xfrm flipH="1" rot="10800000">
            <a:off x="3664095" y="2862040"/>
            <a:ext cx="907800" cy="9012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timeNex.png" id="585" name="Google Shape;5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125" y="109311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8"/>
          <p:cNvSpPr txBox="1"/>
          <p:nvPr/>
        </p:nvSpPr>
        <p:spPr>
          <a:xfrm>
            <a:off x="1373530" y="1510691"/>
            <a:ext cx="1423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933770" y="350198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8"/>
          <p:cNvSpPr/>
          <p:nvPr/>
        </p:nvSpPr>
        <p:spPr>
          <a:xfrm>
            <a:off x="3110479" y="350198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8"/>
          <p:cNvSpPr/>
          <p:nvPr/>
        </p:nvSpPr>
        <p:spPr>
          <a:xfrm rot="5400000">
            <a:off x="3211065" y="356838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8"/>
          <p:cNvSpPr txBox="1"/>
          <p:nvPr/>
        </p:nvSpPr>
        <p:spPr>
          <a:xfrm>
            <a:off x="952500" y="3930175"/>
            <a:ext cx="255905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933770" y="5006358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3097779" y="5006358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8"/>
          <p:cNvSpPr/>
          <p:nvPr/>
        </p:nvSpPr>
        <p:spPr>
          <a:xfrm rot="5400000">
            <a:off x="3184840" y="5072764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8"/>
          <p:cNvSpPr txBox="1"/>
          <p:nvPr/>
        </p:nvSpPr>
        <p:spPr>
          <a:xfrm>
            <a:off x="939800" y="5430799"/>
            <a:ext cx="2581275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</a:t>
            </a:r>
            <a:endParaRPr/>
          </a:p>
        </p:txBody>
      </p:sp>
      <p:sp>
        <p:nvSpPr>
          <p:cNvPr id="595" name="Google Shape;595;p38"/>
          <p:cNvSpPr/>
          <p:nvPr/>
        </p:nvSpPr>
        <p:spPr>
          <a:xfrm>
            <a:off x="4602813" y="1452640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4783117" y="1651659"/>
            <a:ext cx="2498501" cy="10453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Employees</a:t>
            </a:r>
            <a:endParaRPr/>
          </a:p>
        </p:txBody>
      </p:sp>
      <p:sp>
        <p:nvSpPr>
          <p:cNvPr id="597" name="Google Shape;597;p38"/>
          <p:cNvSpPr/>
          <p:nvPr/>
        </p:nvSpPr>
        <p:spPr>
          <a:xfrm>
            <a:off x="4602813" y="2808796"/>
            <a:ext cx="2849648" cy="38148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4608945" y="3176429"/>
            <a:ext cx="2840183" cy="265287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8756970" y="58944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8"/>
          <p:cNvSpPr/>
          <p:nvPr/>
        </p:nvSpPr>
        <p:spPr>
          <a:xfrm rot="-5400000">
            <a:off x="10934833" y="589440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11048119" y="596081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8179423" y="2628900"/>
            <a:ext cx="2755277" cy="292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8"/>
          <p:cNvSpPr txBox="1"/>
          <p:nvPr/>
        </p:nvSpPr>
        <p:spPr>
          <a:xfrm>
            <a:off x="8593785" y="2720772"/>
            <a:ext cx="175671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Check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rules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8"/>
          <p:cNvSpPr/>
          <p:nvPr/>
        </p:nvSpPr>
        <p:spPr>
          <a:xfrm>
            <a:off x="8599595" y="3995602"/>
            <a:ext cx="1836406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Success/Failure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8599594" y="4666445"/>
            <a:ext cx="1836406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8599594" y="3350280"/>
            <a:ext cx="1836406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7" name="Google Shape;607;p38"/>
          <p:cNvCxnSpPr/>
          <p:nvPr/>
        </p:nvCxnSpPr>
        <p:spPr>
          <a:xfrm>
            <a:off x="7493000" y="3848100"/>
            <a:ext cx="698400" cy="3048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08" name="Google Shape;608;p38"/>
          <p:cNvSpPr txBox="1"/>
          <p:nvPr/>
        </p:nvSpPr>
        <p:spPr>
          <a:xfrm>
            <a:off x="4438402" y="867722"/>
            <a:ext cx="32639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STEP -3: CREATE SHIFT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7721600" y="849888"/>
            <a:ext cx="4089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 and Unit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 from given list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create the shift, the system shall check for error and will show as success and failure messages.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951360" y="4268374"/>
            <a:ext cx="2550665" cy="238125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945010" y="5474224"/>
            <a:ext cx="2572890" cy="238125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4611235" y="3988320"/>
            <a:ext cx="2826795" cy="1061352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943667" y="201559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Skill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3120376" y="201559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8"/>
          <p:cNvSpPr/>
          <p:nvPr/>
        </p:nvSpPr>
        <p:spPr>
          <a:xfrm rot="5400000">
            <a:off x="3220962" y="208199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962397" y="2443785"/>
            <a:ext cx="255905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Dressing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973133" y="3078867"/>
            <a:ext cx="2550665" cy="238125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9"/>
          <p:cNvSpPr/>
          <p:nvPr/>
        </p:nvSpPr>
        <p:spPr>
          <a:xfrm>
            <a:off x="368509" y="444500"/>
            <a:ext cx="10994527" cy="6083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9"/>
          <p:cNvSpPr txBox="1"/>
          <p:nvPr/>
        </p:nvSpPr>
        <p:spPr>
          <a:xfrm>
            <a:off x="154547" y="0"/>
            <a:ext cx="2487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Creation Process  4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738213" y="1185940"/>
            <a:ext cx="2859110" cy="47195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909445" y="2184400"/>
            <a:ext cx="2477655" cy="3035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Pending Shift Approval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M-8-EMR-100433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E-8-EMR-100219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N-8-EMR-104345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M-8-OPD-100876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E-8-OPD-107654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N-8-OPD-100764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M-8-RES-100875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E-8-RES-100765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N-8-RES-100987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8298945" y="2655904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 live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9"/>
          <p:cNvSpPr/>
          <p:nvPr/>
        </p:nvSpPr>
        <p:spPr>
          <a:xfrm rot="-5400000">
            <a:off x="10464108" y="264320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10551994" y="272231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4369423" y="2006600"/>
            <a:ext cx="3364877" cy="2781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4517085" y="2022272"/>
            <a:ext cx="2833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go live</a:t>
            </a:r>
            <a:endParaRPr/>
          </a:p>
        </p:txBody>
      </p:sp>
      <p:sp>
        <p:nvSpPr>
          <p:cNvPr id="631" name="Google Shape;631;p39"/>
          <p:cNvSpPr/>
          <p:nvPr/>
        </p:nvSpPr>
        <p:spPr>
          <a:xfrm>
            <a:off x="4586395" y="3767002"/>
            <a:ext cx="2962200" cy="8303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Manager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9"/>
          <p:cNvSpPr/>
          <p:nvPr/>
        </p:nvSpPr>
        <p:spPr>
          <a:xfrm>
            <a:off x="4560994" y="2626380"/>
            <a:ext cx="2962200" cy="8407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Approver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39"/>
          <p:cNvCxnSpPr/>
          <p:nvPr/>
        </p:nvCxnSpPr>
        <p:spPr>
          <a:xfrm>
            <a:off x="3645725" y="3372262"/>
            <a:ext cx="672300" cy="4632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descr="timeNex.png" id="634" name="Google Shape;6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175" y="13223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9"/>
          <p:cNvSpPr/>
          <p:nvPr/>
        </p:nvSpPr>
        <p:spPr>
          <a:xfrm rot="10800000">
            <a:off x="5918200" y="3492500"/>
            <a:ext cx="228600" cy="25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9"/>
          <p:cNvSpPr/>
          <p:nvPr/>
        </p:nvSpPr>
        <p:spPr>
          <a:xfrm>
            <a:off x="9156885" y="3692898"/>
            <a:ext cx="1602160" cy="16460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637" name="Google Shape;63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4992" y="3858345"/>
            <a:ext cx="1026546" cy="1026546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9"/>
          <p:cNvSpPr/>
          <p:nvPr/>
        </p:nvSpPr>
        <p:spPr>
          <a:xfrm>
            <a:off x="9393381" y="4896946"/>
            <a:ext cx="1280397" cy="2912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39"/>
          <p:cNvCxnSpPr>
            <a:endCxn id="626" idx="1"/>
          </p:cNvCxnSpPr>
          <p:nvPr/>
        </p:nvCxnSpPr>
        <p:spPr>
          <a:xfrm flipH="1" rot="10800000">
            <a:off x="7733445" y="2867333"/>
            <a:ext cx="565500" cy="30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40" name="Google Shape;640;p39"/>
          <p:cNvCxnSpPr/>
          <p:nvPr/>
        </p:nvCxnSpPr>
        <p:spPr>
          <a:xfrm>
            <a:off x="7754587" y="4179785"/>
            <a:ext cx="1353900" cy="3444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41" name="Google Shape;641;p39"/>
          <p:cNvSpPr txBox="1"/>
          <p:nvPr/>
        </p:nvSpPr>
        <p:spPr>
          <a:xfrm>
            <a:off x="4193318" y="824489"/>
            <a:ext cx="74017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shifts shall be displayed to Approver the approver shall check for any ambiguity and shall approve.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approval the shift shall go live.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9"/>
          <p:cNvSpPr/>
          <p:nvPr/>
        </p:nvSpPr>
        <p:spPr>
          <a:xfrm>
            <a:off x="913775" y="3686174"/>
            <a:ext cx="2457450" cy="238125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0"/>
          <p:cNvSpPr txBox="1"/>
          <p:nvPr/>
        </p:nvSpPr>
        <p:spPr>
          <a:xfrm>
            <a:off x="154547" y="0"/>
            <a:ext cx="18901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Shift by day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321971" y="759854"/>
            <a:ext cx="11038755" cy="15400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649" name="Google Shape;6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85593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 txBox="1"/>
          <p:nvPr/>
        </p:nvSpPr>
        <p:spPr>
          <a:xfrm>
            <a:off x="607406" y="1402163"/>
            <a:ext cx="1423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2837615" y="89174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014324" y="89174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0"/>
          <p:cNvSpPr/>
          <p:nvPr/>
        </p:nvSpPr>
        <p:spPr>
          <a:xfrm rot="5400000">
            <a:off x="5114910" y="95814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 txBox="1"/>
          <p:nvPr/>
        </p:nvSpPr>
        <p:spPr>
          <a:xfrm>
            <a:off x="3237345" y="1348509"/>
            <a:ext cx="218440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0"/>
          <p:cNvSpPr/>
          <p:nvPr/>
        </p:nvSpPr>
        <p:spPr>
          <a:xfrm>
            <a:off x="5594670" y="8721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0"/>
          <p:cNvSpPr/>
          <p:nvPr/>
        </p:nvSpPr>
        <p:spPr>
          <a:xfrm>
            <a:off x="7758679" y="8721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0"/>
          <p:cNvSpPr/>
          <p:nvPr/>
        </p:nvSpPr>
        <p:spPr>
          <a:xfrm rot="5400000">
            <a:off x="7833865" y="9385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8308515" y="1794441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bdal\Desktop\view-shift.png" id="659" name="Google Shape;659;p40"/>
          <p:cNvPicPr preferRelativeResize="0"/>
          <p:nvPr/>
        </p:nvPicPr>
        <p:blipFill rotWithShape="1">
          <a:blip r:embed="rId4">
            <a:alphaModFix/>
          </a:blip>
          <a:srcRect b="18505" l="0" r="0" t="25687"/>
          <a:stretch/>
        </p:blipFill>
        <p:spPr>
          <a:xfrm>
            <a:off x="325957" y="2456121"/>
            <a:ext cx="11033804" cy="3461954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0"/>
          <p:cNvSpPr txBox="1"/>
          <p:nvPr/>
        </p:nvSpPr>
        <p:spPr>
          <a:xfrm>
            <a:off x="5980545" y="1334654"/>
            <a:ext cx="218440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 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1"/>
          <p:cNvSpPr txBox="1"/>
          <p:nvPr/>
        </p:nvSpPr>
        <p:spPr>
          <a:xfrm>
            <a:off x="154547" y="0"/>
            <a:ext cx="24867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Shift by Employee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321971" y="371914"/>
            <a:ext cx="11038755" cy="15400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Nex.png" id="667" name="Google Shape;6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467997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1"/>
          <p:cNvSpPr txBox="1"/>
          <p:nvPr/>
        </p:nvSpPr>
        <p:spPr>
          <a:xfrm>
            <a:off x="607406" y="1014223"/>
            <a:ext cx="1423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2837615" y="503802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5014324" y="503802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1"/>
          <p:cNvSpPr/>
          <p:nvPr/>
        </p:nvSpPr>
        <p:spPr>
          <a:xfrm rot="5400000">
            <a:off x="5114910" y="570208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1"/>
          <p:cNvSpPr txBox="1"/>
          <p:nvPr/>
        </p:nvSpPr>
        <p:spPr>
          <a:xfrm>
            <a:off x="3237345" y="960569"/>
            <a:ext cx="218440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5594670" y="48417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7758679" y="48417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1"/>
          <p:cNvSpPr/>
          <p:nvPr/>
        </p:nvSpPr>
        <p:spPr>
          <a:xfrm rot="5400000">
            <a:off x="7833865" y="55058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8308515" y="1406501"/>
            <a:ext cx="1312311" cy="4361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1"/>
          <p:cNvSpPr txBox="1"/>
          <p:nvPr/>
        </p:nvSpPr>
        <p:spPr>
          <a:xfrm>
            <a:off x="5980545" y="946714"/>
            <a:ext cx="218440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  </a:t>
            </a:r>
            <a:endParaRPr/>
          </a:p>
        </p:txBody>
      </p:sp>
      <p:pic>
        <p:nvPicPr>
          <p:cNvPr id="678" name="Google Shape;678;p41"/>
          <p:cNvPicPr preferRelativeResize="0"/>
          <p:nvPr/>
        </p:nvPicPr>
        <p:blipFill rotWithShape="1">
          <a:blip r:embed="rId4">
            <a:alphaModFix/>
          </a:blip>
          <a:srcRect b="4772" l="0" r="0" t="25208"/>
          <a:stretch/>
        </p:blipFill>
        <p:spPr>
          <a:xfrm>
            <a:off x="304799" y="2096807"/>
            <a:ext cx="11111345" cy="4374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2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2"/>
          <p:cNvSpPr txBox="1"/>
          <p:nvPr/>
        </p:nvSpPr>
        <p:spPr>
          <a:xfrm>
            <a:off x="154547" y="0"/>
            <a:ext cx="2138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Emails to Employees</a:t>
            </a:r>
            <a:endParaRPr b="1" sz="1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2"/>
          <p:cNvSpPr/>
          <p:nvPr/>
        </p:nvSpPr>
        <p:spPr>
          <a:xfrm>
            <a:off x="705242" y="856836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2"/>
          <p:cNvSpPr/>
          <p:nvPr/>
        </p:nvSpPr>
        <p:spPr>
          <a:xfrm>
            <a:off x="3982199" y="870692"/>
            <a:ext cx="2859110" cy="47404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42"/>
          <p:cNvCxnSpPr/>
          <p:nvPr/>
        </p:nvCxnSpPr>
        <p:spPr>
          <a:xfrm>
            <a:off x="3577052" y="3262650"/>
            <a:ext cx="393300" cy="3396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timeNex.png" id="688" name="Google Shape;6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745" y="911355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/>
          <p:nvPr/>
        </p:nvSpPr>
        <p:spPr>
          <a:xfrm>
            <a:off x="1275849" y="1554563"/>
            <a:ext cx="1920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2"/>
          <p:cNvSpPr/>
          <p:nvPr/>
        </p:nvSpPr>
        <p:spPr>
          <a:xfrm>
            <a:off x="859840" y="21802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2"/>
          <p:cNvSpPr/>
          <p:nvPr/>
        </p:nvSpPr>
        <p:spPr>
          <a:xfrm>
            <a:off x="3036549" y="21802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2"/>
          <p:cNvSpPr/>
          <p:nvPr/>
        </p:nvSpPr>
        <p:spPr>
          <a:xfrm rot="5400000">
            <a:off x="3137135" y="22466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2"/>
          <p:cNvSpPr txBox="1"/>
          <p:nvPr/>
        </p:nvSpPr>
        <p:spPr>
          <a:xfrm>
            <a:off x="876300" y="2611582"/>
            <a:ext cx="256767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2"/>
          <p:cNvSpPr/>
          <p:nvPr/>
        </p:nvSpPr>
        <p:spPr>
          <a:xfrm>
            <a:off x="4098340" y="129583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2"/>
          <p:cNvSpPr/>
          <p:nvPr/>
        </p:nvSpPr>
        <p:spPr>
          <a:xfrm>
            <a:off x="6262349" y="129583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2"/>
          <p:cNvSpPr/>
          <p:nvPr/>
        </p:nvSpPr>
        <p:spPr>
          <a:xfrm rot="5400000">
            <a:off x="6337535" y="136224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2"/>
          <p:cNvSpPr txBox="1"/>
          <p:nvPr/>
        </p:nvSpPr>
        <p:spPr>
          <a:xfrm>
            <a:off x="4117070" y="1752602"/>
            <a:ext cx="2575830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</p:txBody>
      </p:sp>
      <p:sp>
        <p:nvSpPr>
          <p:cNvPr id="698" name="Google Shape;698;p42"/>
          <p:cNvSpPr/>
          <p:nvPr/>
        </p:nvSpPr>
        <p:spPr>
          <a:xfrm>
            <a:off x="859840" y="3767715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3023849" y="3767715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2"/>
          <p:cNvSpPr/>
          <p:nvPr/>
        </p:nvSpPr>
        <p:spPr>
          <a:xfrm rot="5400000">
            <a:off x="3099035" y="3834121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2"/>
          <p:cNvSpPr txBox="1"/>
          <p:nvPr/>
        </p:nvSpPr>
        <p:spPr>
          <a:xfrm>
            <a:off x="876300" y="4204856"/>
            <a:ext cx="2567671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</a:t>
            </a:r>
            <a:endParaRPr/>
          </a:p>
        </p:txBody>
      </p:sp>
      <p:sp>
        <p:nvSpPr>
          <p:cNvPr id="702" name="Google Shape;702;p42"/>
          <p:cNvSpPr txBox="1"/>
          <p:nvPr/>
        </p:nvSpPr>
        <p:spPr>
          <a:xfrm>
            <a:off x="7302509" y="901842"/>
            <a:ext cx="3759191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 and unit.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Employee/s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email body and click to send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7334998" y="2489200"/>
            <a:ext cx="3841001" cy="312189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2"/>
          <p:cNvSpPr/>
          <p:nvPr/>
        </p:nvSpPr>
        <p:spPr>
          <a:xfrm>
            <a:off x="7429200" y="2593600"/>
            <a:ext cx="3607100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Subject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2"/>
          <p:cNvSpPr txBox="1"/>
          <p:nvPr/>
        </p:nvSpPr>
        <p:spPr>
          <a:xfrm>
            <a:off x="7460630" y="3151967"/>
            <a:ext cx="3613770" cy="14773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body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9525000" y="4814733"/>
            <a:ext cx="1562100" cy="35994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 email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4101800" y="3673100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emp@naufar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2"/>
          <p:cNvSpPr/>
          <p:nvPr/>
        </p:nvSpPr>
        <p:spPr>
          <a:xfrm>
            <a:off x="5054600" y="3086100"/>
            <a:ext cx="419100" cy="381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9" name="Google Shape;709;p42"/>
          <p:cNvCxnSpPr>
            <a:stCxn id="686" idx="3"/>
            <a:endCxn id="703" idx="1"/>
          </p:cNvCxnSpPr>
          <p:nvPr/>
        </p:nvCxnSpPr>
        <p:spPr>
          <a:xfrm>
            <a:off x="6841309" y="3240893"/>
            <a:ext cx="493800" cy="8094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10" name="Google Shape;710;p42"/>
          <p:cNvSpPr/>
          <p:nvPr/>
        </p:nvSpPr>
        <p:spPr>
          <a:xfrm>
            <a:off x="879474" y="29622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892174" y="45497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2"/>
          <p:cNvSpPr/>
          <p:nvPr/>
        </p:nvSpPr>
        <p:spPr>
          <a:xfrm>
            <a:off x="4130674" y="1765300"/>
            <a:ext cx="2549525" cy="1181100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3"/>
          <p:cNvSpPr/>
          <p:nvPr/>
        </p:nvSpPr>
        <p:spPr>
          <a:xfrm>
            <a:off x="215901" y="393700"/>
            <a:ext cx="11388436" cy="636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3"/>
          <p:cNvSpPr txBox="1"/>
          <p:nvPr/>
        </p:nvSpPr>
        <p:spPr>
          <a:xfrm>
            <a:off x="154547" y="0"/>
            <a:ext cx="1823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Swap/Trade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3"/>
          <p:cNvSpPr/>
          <p:nvPr/>
        </p:nvSpPr>
        <p:spPr>
          <a:xfrm>
            <a:off x="445797" y="759854"/>
            <a:ext cx="2859110" cy="4700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3"/>
          <p:cNvSpPr/>
          <p:nvPr/>
        </p:nvSpPr>
        <p:spPr>
          <a:xfrm>
            <a:off x="3789429" y="759854"/>
            <a:ext cx="2859110" cy="47404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43"/>
          <p:cNvCxnSpPr>
            <a:stCxn id="719" idx="3"/>
          </p:cNvCxnSpPr>
          <p:nvPr/>
        </p:nvCxnSpPr>
        <p:spPr>
          <a:xfrm flipH="1" rot="10800000">
            <a:off x="3304907" y="2717848"/>
            <a:ext cx="489300" cy="392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2" name="Google Shape;722;p43"/>
          <p:cNvSpPr/>
          <p:nvPr/>
        </p:nvSpPr>
        <p:spPr>
          <a:xfrm>
            <a:off x="9037687" y="6337301"/>
            <a:ext cx="1528713" cy="31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3"/>
          <p:cNvSpPr/>
          <p:nvPr/>
        </p:nvSpPr>
        <p:spPr>
          <a:xfrm>
            <a:off x="7116829" y="2476500"/>
            <a:ext cx="3538471" cy="280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3"/>
          <p:cNvSpPr/>
          <p:nvPr/>
        </p:nvSpPr>
        <p:spPr>
          <a:xfrm>
            <a:off x="7272889" y="2621094"/>
            <a:ext cx="20616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Approval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atabase-logo-png-2.png" id="725" name="Google Shape;7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8563" y="5533904"/>
            <a:ext cx="1047996" cy="1047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6" name="Google Shape;726;p43"/>
          <p:cNvCxnSpPr>
            <a:stCxn id="720" idx="3"/>
            <a:endCxn id="723" idx="1"/>
          </p:cNvCxnSpPr>
          <p:nvPr/>
        </p:nvCxnSpPr>
        <p:spPr>
          <a:xfrm>
            <a:off x="6648539" y="3130055"/>
            <a:ext cx="468300" cy="7497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descr="timeNex.png" id="727" name="Google Shape;7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75" y="814373"/>
            <a:ext cx="1694005" cy="442927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 txBox="1"/>
          <p:nvPr/>
        </p:nvSpPr>
        <p:spPr>
          <a:xfrm>
            <a:off x="981479" y="1457581"/>
            <a:ext cx="14237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Module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565470" y="20832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3"/>
          <p:cNvSpPr/>
          <p:nvPr/>
        </p:nvSpPr>
        <p:spPr>
          <a:xfrm>
            <a:off x="2742179" y="20832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3"/>
          <p:cNvSpPr/>
          <p:nvPr/>
        </p:nvSpPr>
        <p:spPr>
          <a:xfrm rot="5400000">
            <a:off x="2833240" y="21496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3"/>
          <p:cNvSpPr txBox="1"/>
          <p:nvPr/>
        </p:nvSpPr>
        <p:spPr>
          <a:xfrm>
            <a:off x="561975" y="2511425"/>
            <a:ext cx="2578100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3905570" y="11434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6069579" y="11434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/>
          <p:cNvSpPr/>
          <p:nvPr/>
        </p:nvSpPr>
        <p:spPr>
          <a:xfrm rot="5400000">
            <a:off x="6173340" y="12098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/>
          <p:cNvSpPr txBox="1"/>
          <p:nvPr/>
        </p:nvSpPr>
        <p:spPr>
          <a:xfrm>
            <a:off x="3911600" y="1562100"/>
            <a:ext cx="2571750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565470" y="3670733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Unit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2729479" y="3670733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3"/>
          <p:cNvSpPr/>
          <p:nvPr/>
        </p:nvSpPr>
        <p:spPr>
          <a:xfrm rot="5400000">
            <a:off x="2823715" y="3737139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3"/>
          <p:cNvSpPr/>
          <p:nvPr/>
        </p:nvSpPr>
        <p:spPr>
          <a:xfrm>
            <a:off x="7285589" y="3167194"/>
            <a:ext cx="20489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43"/>
          <p:cNvCxnSpPr>
            <a:stCxn id="742" idx="2"/>
            <a:endCxn id="725" idx="1"/>
          </p:cNvCxnSpPr>
          <p:nvPr/>
        </p:nvCxnSpPr>
        <p:spPr>
          <a:xfrm flipH="1" rot="-5400000">
            <a:off x="9137995" y="4867170"/>
            <a:ext cx="1080300" cy="13011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742" name="Google Shape;742;p43"/>
          <p:cNvSpPr/>
          <p:nvPr/>
        </p:nvSpPr>
        <p:spPr>
          <a:xfrm>
            <a:off x="7742789" y="4475294"/>
            <a:ext cx="25696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shift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3"/>
          <p:cNvSpPr txBox="1"/>
          <p:nvPr/>
        </p:nvSpPr>
        <p:spPr>
          <a:xfrm>
            <a:off x="561975" y="4104699"/>
            <a:ext cx="2578101" cy="92333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Surgical</a:t>
            </a:r>
            <a:endParaRPr/>
          </a:p>
        </p:txBody>
      </p:sp>
      <p:sp>
        <p:nvSpPr>
          <p:cNvPr id="744" name="Google Shape;744;p43"/>
          <p:cNvSpPr/>
          <p:nvPr/>
        </p:nvSpPr>
        <p:spPr>
          <a:xfrm>
            <a:off x="3947130" y="2999998"/>
            <a:ext cx="2588654" cy="422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3"/>
          <p:cNvSpPr/>
          <p:nvPr/>
        </p:nvSpPr>
        <p:spPr>
          <a:xfrm>
            <a:off x="6120664" y="2999998"/>
            <a:ext cx="412123" cy="4228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3"/>
          <p:cNvSpPr/>
          <p:nvPr/>
        </p:nvSpPr>
        <p:spPr>
          <a:xfrm rot="5400000">
            <a:off x="6214900" y="3066404"/>
            <a:ext cx="216268" cy="304979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3"/>
          <p:cNvSpPr txBox="1"/>
          <p:nvPr/>
        </p:nvSpPr>
        <p:spPr>
          <a:xfrm>
            <a:off x="3953160" y="3428190"/>
            <a:ext cx="2587340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Emp..4</a:t>
            </a:r>
            <a:endParaRPr/>
          </a:p>
        </p:txBody>
      </p:sp>
      <p:sp>
        <p:nvSpPr>
          <p:cNvPr id="748" name="Google Shape;748;p43"/>
          <p:cNvSpPr/>
          <p:nvPr/>
        </p:nvSpPr>
        <p:spPr>
          <a:xfrm>
            <a:off x="3958189" y="4805494"/>
            <a:ext cx="25696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7285589" y="3738694"/>
            <a:ext cx="2048911" cy="50227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conflicts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3"/>
          <p:cNvSpPr txBox="1"/>
          <p:nvPr/>
        </p:nvSpPr>
        <p:spPr>
          <a:xfrm>
            <a:off x="7023109" y="762142"/>
            <a:ext cx="3759191" cy="14773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shift and unit.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Employee who wants to Swap, and select Employee who is agreed to be swapped.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check rules and swapped.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574674" y="28352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3"/>
          <p:cNvSpPr/>
          <p:nvPr/>
        </p:nvSpPr>
        <p:spPr>
          <a:xfrm>
            <a:off x="574674" y="4460874"/>
            <a:ext cx="2549525" cy="238126"/>
          </a:xfrm>
          <a:prstGeom prst="rect">
            <a:avLst/>
          </a:prstGeom>
          <a:solidFill>
            <a:schemeClr val="accent2">
              <a:alpha val="40000"/>
            </a:scheme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titled-1.png" id="757" name="Google Shape;757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0698"/>
          <a:stretch/>
        </p:blipFill>
        <p:spPr>
          <a:xfrm>
            <a:off x="0" y="876300"/>
            <a:ext cx="12192000" cy="5233278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/>
          <p:nvPr/>
        </p:nvSpPr>
        <p:spPr>
          <a:xfrm>
            <a:off x="154547" y="0"/>
            <a:ext cx="2728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Swap/Trade Interface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a_tramalineas_blanco_50-01.png" id="763" name="Google Shape;76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66" y="1575816"/>
            <a:ext cx="12192000" cy="4620768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45"/>
          <p:cNvSpPr txBox="1"/>
          <p:nvPr>
            <p:ph idx="4294967295" type="ctrTitle"/>
          </p:nvPr>
        </p:nvSpPr>
        <p:spPr>
          <a:xfrm>
            <a:off x="1221367" y="3177900"/>
            <a:ext cx="74148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ECEFD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7ECEFD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0" i="0" sz="6000" u="none" cap="none" strike="noStrike">
              <a:solidFill>
                <a:srgbClr val="7EC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5"/>
          <p:cNvSpPr txBox="1"/>
          <p:nvPr>
            <p:ph idx="4294967295" type="subTitle"/>
          </p:nvPr>
        </p:nvSpPr>
        <p:spPr>
          <a:xfrm>
            <a:off x="1221367" y="4440000"/>
            <a:ext cx="74148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b="1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5"/>
          <p:cNvSpPr txBox="1"/>
          <p:nvPr/>
        </p:nvSpPr>
        <p:spPr>
          <a:xfrm>
            <a:off x="1137284" y="6261371"/>
            <a:ext cx="2570912" cy="3601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Prepared by Kcmran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Kcan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