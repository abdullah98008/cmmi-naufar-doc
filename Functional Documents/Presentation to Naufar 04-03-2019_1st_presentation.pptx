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showSpecialPlsOnTitleSld="0">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7077075" cy="9363075"/>
  <p:embeddedFontLst>
    <p:embeddedFont>
      <p:font typeface="Raleway"/>
      <p:regular r:id="rId28"/>
      <p:bold r:id="rId29"/>
      <p:italic r:id="rId30"/>
      <p:boldItalic r:id="rId31"/>
    </p:embeddedFont>
    <p:embeddedFont>
      <p:font typeface="Lato"/>
      <p:regular r:id="rId32"/>
      <p:bold r:id="rId33"/>
      <p:italic r:id="rId34"/>
      <p:boldItalic r:id="rId35"/>
    </p:embeddedFont>
    <p:embeddedFont>
      <p:font typeface="Candara"/>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49">
          <p15:clr>
            <a:srgbClr val="000000"/>
          </p15:clr>
        </p15:guide>
        <p15:guide id="2" pos="2229">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49" orient="horz"/>
        <p:guide pos="2229"/>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37" Type="http://schemas.openxmlformats.org/officeDocument/2006/relationships/font" Target="fonts/Candara-bold.fntdata"/><Relationship Id="rId14" Type="http://schemas.openxmlformats.org/officeDocument/2006/relationships/slide" Target="slides/slide9.xml"/><Relationship Id="rId36" Type="http://schemas.openxmlformats.org/officeDocument/2006/relationships/font" Target="fonts/Candara-regular.fntdata"/><Relationship Id="rId17" Type="http://schemas.openxmlformats.org/officeDocument/2006/relationships/slide" Target="slides/slide12.xml"/><Relationship Id="rId39" Type="http://schemas.openxmlformats.org/officeDocument/2006/relationships/font" Target="fonts/Candara-boldItalic.fntdata"/><Relationship Id="rId16" Type="http://schemas.openxmlformats.org/officeDocument/2006/relationships/slide" Target="slides/slide11.xml"/><Relationship Id="rId38" Type="http://schemas.openxmlformats.org/officeDocument/2006/relationships/font" Target="fonts/Candara-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 name="Shape 48"/>
        <p:cNvGrpSpPr/>
        <p:nvPr/>
      </p:nvGrpSpPr>
      <p:grpSpPr>
        <a:xfrm>
          <a:off x="0" y="0"/>
          <a:ext cx="0" cy="0"/>
          <a:chOff x="0" y="0"/>
          <a:chExt cx="0" cy="0"/>
        </a:xfrm>
      </p:grpSpPr>
      <p:sp>
        <p:nvSpPr>
          <p:cNvPr id="49" name="Google Shape;49;p1: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1: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2: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7: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8: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9: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0: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0" name="Shape 150"/>
        <p:cNvGrpSpPr/>
        <p:nvPr/>
      </p:nvGrpSpPr>
      <p:grpSpPr>
        <a:xfrm>
          <a:off x="0" y="0"/>
          <a:ext cx="0" cy="0"/>
          <a:chOff x="0" y="0"/>
          <a:chExt cx="0" cy="0"/>
        </a:xfrm>
      </p:grpSpPr>
      <p:sp>
        <p:nvSpPr>
          <p:cNvPr id="151" name="Google Shape;151;p11: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1: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2: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3: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4: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4" name="Shape 194"/>
        <p:cNvGrpSpPr/>
        <p:nvPr/>
      </p:nvGrpSpPr>
      <p:grpSpPr>
        <a:xfrm>
          <a:off x="0" y="0"/>
          <a:ext cx="0" cy="0"/>
          <a:chOff x="0" y="0"/>
          <a:chExt cx="0" cy="0"/>
        </a:xfrm>
      </p:grpSpPr>
      <p:sp>
        <p:nvSpPr>
          <p:cNvPr id="195" name="Google Shape;195;p15: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5: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5" name="Shape 205"/>
        <p:cNvGrpSpPr/>
        <p:nvPr/>
      </p:nvGrpSpPr>
      <p:grpSpPr>
        <a:xfrm>
          <a:off x="0" y="0"/>
          <a:ext cx="0" cy="0"/>
          <a:chOff x="0" y="0"/>
          <a:chExt cx="0" cy="0"/>
        </a:xfrm>
      </p:grpSpPr>
      <p:sp>
        <p:nvSpPr>
          <p:cNvPr id="206" name="Google Shape;206;p16: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16: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6" name="Shape 216"/>
        <p:cNvGrpSpPr/>
        <p:nvPr/>
      </p:nvGrpSpPr>
      <p:grpSpPr>
        <a:xfrm>
          <a:off x="0" y="0"/>
          <a:ext cx="0" cy="0"/>
          <a:chOff x="0" y="0"/>
          <a:chExt cx="0" cy="0"/>
        </a:xfrm>
      </p:grpSpPr>
      <p:sp>
        <p:nvSpPr>
          <p:cNvPr id="217" name="Google Shape;217;p17: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7: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7" name="Shape 227"/>
        <p:cNvGrpSpPr/>
        <p:nvPr/>
      </p:nvGrpSpPr>
      <p:grpSpPr>
        <a:xfrm>
          <a:off x="0" y="0"/>
          <a:ext cx="0" cy="0"/>
          <a:chOff x="0" y="0"/>
          <a:chExt cx="0" cy="0"/>
        </a:xfrm>
      </p:grpSpPr>
      <p:sp>
        <p:nvSpPr>
          <p:cNvPr id="228" name="Google Shape;228;p18: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8: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8" name="Shape 238"/>
        <p:cNvGrpSpPr/>
        <p:nvPr/>
      </p:nvGrpSpPr>
      <p:grpSpPr>
        <a:xfrm>
          <a:off x="0" y="0"/>
          <a:ext cx="0" cy="0"/>
          <a:chOff x="0" y="0"/>
          <a:chExt cx="0" cy="0"/>
        </a:xfrm>
      </p:grpSpPr>
      <p:sp>
        <p:nvSpPr>
          <p:cNvPr id="239" name="Google Shape;239;p19: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9: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8" name="Shape 248"/>
        <p:cNvGrpSpPr/>
        <p:nvPr/>
      </p:nvGrpSpPr>
      <p:grpSpPr>
        <a:xfrm>
          <a:off x="0" y="0"/>
          <a:ext cx="0" cy="0"/>
          <a:chOff x="0" y="0"/>
          <a:chExt cx="0" cy="0"/>
        </a:xfrm>
      </p:grpSpPr>
      <p:sp>
        <p:nvSpPr>
          <p:cNvPr id="249" name="Google Shape;249;p20: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0: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1" name="Shape 261"/>
        <p:cNvGrpSpPr/>
        <p:nvPr/>
      </p:nvGrpSpPr>
      <p:grpSpPr>
        <a:xfrm>
          <a:off x="0" y="0"/>
          <a:ext cx="0" cy="0"/>
          <a:chOff x="0" y="0"/>
          <a:chExt cx="0" cy="0"/>
        </a:xfrm>
      </p:grpSpPr>
      <p:sp>
        <p:nvSpPr>
          <p:cNvPr id="262" name="Google Shape;262;p21: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1: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8" name="Shape 268"/>
        <p:cNvGrpSpPr/>
        <p:nvPr/>
      </p:nvGrpSpPr>
      <p:grpSpPr>
        <a:xfrm>
          <a:off x="0" y="0"/>
          <a:ext cx="0" cy="0"/>
          <a:chOff x="0" y="0"/>
          <a:chExt cx="0" cy="0"/>
        </a:xfrm>
      </p:grpSpPr>
      <p:sp>
        <p:nvSpPr>
          <p:cNvPr id="269" name="Google Shape;269;p22:notes"/>
          <p:cNvSpPr/>
          <p:nvPr>
            <p:ph idx="2" type="sldImg"/>
          </p:nvPr>
        </p:nvSpPr>
        <p:spPr>
          <a:xfrm>
            <a:off x="1196975" y="701675"/>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2:notes"/>
          <p:cNvSpPr txBox="1"/>
          <p:nvPr>
            <p:ph idx="1" type="body"/>
          </p:nvPr>
        </p:nvSpPr>
        <p:spPr>
          <a:xfrm>
            <a:off x="707708" y="4447461"/>
            <a:ext cx="5661660" cy="4213384"/>
          </a:xfrm>
          <a:prstGeom prst="rect">
            <a:avLst/>
          </a:prstGeom>
          <a:noFill/>
          <a:ln>
            <a:noFill/>
          </a:ln>
        </p:spPr>
        <p:txBody>
          <a:bodyPr anchorCtr="0" anchor="t" bIns="93900" lIns="93900" spcFirstLastPara="1" rIns="93900" wrap="square" tIns="93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721425" y="3785246"/>
            <a:ext cx="5216700" cy="154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2185C5"/>
              </a:buClr>
              <a:buSzPts val="4800"/>
              <a:buNone/>
              <a:defRPr sz="4800">
                <a:solidFill>
                  <a:srgbClr val="2185C5"/>
                </a:solidFill>
              </a:defRPr>
            </a:lvl1pPr>
            <a:lvl2pPr lvl="1" algn="l">
              <a:lnSpc>
                <a:spcPct val="100000"/>
              </a:lnSpc>
              <a:spcBef>
                <a:spcPts val="0"/>
              </a:spcBef>
              <a:spcAft>
                <a:spcPts val="0"/>
              </a:spcAft>
              <a:buClr>
                <a:srgbClr val="2185C5"/>
              </a:buClr>
              <a:buSzPts val="4800"/>
              <a:buNone/>
              <a:defRPr sz="4800">
                <a:solidFill>
                  <a:srgbClr val="2185C5"/>
                </a:solidFill>
              </a:defRPr>
            </a:lvl2pPr>
            <a:lvl3pPr lvl="2" algn="l">
              <a:lnSpc>
                <a:spcPct val="100000"/>
              </a:lnSpc>
              <a:spcBef>
                <a:spcPts val="0"/>
              </a:spcBef>
              <a:spcAft>
                <a:spcPts val="0"/>
              </a:spcAft>
              <a:buClr>
                <a:srgbClr val="2185C5"/>
              </a:buClr>
              <a:buSzPts val="4800"/>
              <a:buNone/>
              <a:defRPr sz="4800">
                <a:solidFill>
                  <a:srgbClr val="2185C5"/>
                </a:solidFill>
              </a:defRPr>
            </a:lvl3pPr>
            <a:lvl4pPr lvl="3" algn="l">
              <a:lnSpc>
                <a:spcPct val="100000"/>
              </a:lnSpc>
              <a:spcBef>
                <a:spcPts val="0"/>
              </a:spcBef>
              <a:spcAft>
                <a:spcPts val="0"/>
              </a:spcAft>
              <a:buClr>
                <a:srgbClr val="2185C5"/>
              </a:buClr>
              <a:buSzPts val="4800"/>
              <a:buNone/>
              <a:defRPr sz="4800">
                <a:solidFill>
                  <a:srgbClr val="2185C5"/>
                </a:solidFill>
              </a:defRPr>
            </a:lvl4pPr>
            <a:lvl5pPr lvl="4" algn="l">
              <a:lnSpc>
                <a:spcPct val="100000"/>
              </a:lnSpc>
              <a:spcBef>
                <a:spcPts val="0"/>
              </a:spcBef>
              <a:spcAft>
                <a:spcPts val="0"/>
              </a:spcAft>
              <a:buClr>
                <a:srgbClr val="2185C5"/>
              </a:buClr>
              <a:buSzPts val="4800"/>
              <a:buNone/>
              <a:defRPr sz="4800">
                <a:solidFill>
                  <a:srgbClr val="2185C5"/>
                </a:solidFill>
              </a:defRPr>
            </a:lvl5pPr>
            <a:lvl6pPr lvl="5" algn="l">
              <a:lnSpc>
                <a:spcPct val="100000"/>
              </a:lnSpc>
              <a:spcBef>
                <a:spcPts val="0"/>
              </a:spcBef>
              <a:spcAft>
                <a:spcPts val="0"/>
              </a:spcAft>
              <a:buClr>
                <a:srgbClr val="2185C5"/>
              </a:buClr>
              <a:buSzPts val="4800"/>
              <a:buNone/>
              <a:defRPr sz="4800">
                <a:solidFill>
                  <a:srgbClr val="2185C5"/>
                </a:solidFill>
              </a:defRPr>
            </a:lvl6pPr>
            <a:lvl7pPr lvl="6" algn="l">
              <a:lnSpc>
                <a:spcPct val="100000"/>
              </a:lnSpc>
              <a:spcBef>
                <a:spcPts val="0"/>
              </a:spcBef>
              <a:spcAft>
                <a:spcPts val="0"/>
              </a:spcAft>
              <a:buClr>
                <a:srgbClr val="2185C5"/>
              </a:buClr>
              <a:buSzPts val="4800"/>
              <a:buNone/>
              <a:defRPr sz="4800">
                <a:solidFill>
                  <a:srgbClr val="2185C5"/>
                </a:solidFill>
              </a:defRPr>
            </a:lvl7pPr>
            <a:lvl8pPr lvl="7" algn="l">
              <a:lnSpc>
                <a:spcPct val="100000"/>
              </a:lnSpc>
              <a:spcBef>
                <a:spcPts val="0"/>
              </a:spcBef>
              <a:spcAft>
                <a:spcPts val="0"/>
              </a:spcAft>
              <a:buClr>
                <a:srgbClr val="2185C5"/>
              </a:buClr>
              <a:buSzPts val="4800"/>
              <a:buNone/>
              <a:defRPr sz="4800">
                <a:solidFill>
                  <a:srgbClr val="2185C5"/>
                </a:solidFill>
              </a:defRPr>
            </a:lvl8pPr>
            <a:lvl9pPr lvl="8" algn="l">
              <a:lnSpc>
                <a:spcPct val="100000"/>
              </a:lnSpc>
              <a:spcBef>
                <a:spcPts val="0"/>
              </a:spcBef>
              <a:spcAft>
                <a:spcPts val="0"/>
              </a:spcAft>
              <a:buClr>
                <a:srgbClr val="2185C5"/>
              </a:buClr>
              <a:buSzPts val="4800"/>
              <a:buNone/>
              <a:defRPr sz="4800">
                <a:solidFill>
                  <a:srgbClr val="2185C5"/>
                </a:solidFill>
              </a:defRPr>
            </a:lvl9pPr>
          </a:lstStyle>
          <a:p/>
        </p:txBody>
      </p:sp>
      <p:sp>
        <p:nvSpPr>
          <p:cNvPr id="11" name="Google Shape;11;p2"/>
          <p:cNvSpPr/>
          <p:nvPr/>
        </p:nvSpPr>
        <p:spPr>
          <a:xfrm>
            <a:off x="5938246" y="3377550"/>
            <a:ext cx="721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a:off x="6659861" y="3377550"/>
            <a:ext cx="721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1" y="3377550"/>
            <a:ext cx="721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721425" y="3377550"/>
            <a:ext cx="52167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2 columns" type="twoColTx">
  <p:cSld name="TITLE_AND_TWO_COLUMNS">
    <p:spTree>
      <p:nvGrpSpPr>
        <p:cNvPr id="15" name="Shape 15"/>
        <p:cNvGrpSpPr/>
        <p:nvPr/>
      </p:nvGrpSpPr>
      <p:grpSpPr>
        <a:xfrm>
          <a:off x="0" y="0"/>
          <a:ext cx="0" cy="0"/>
          <a:chOff x="0" y="0"/>
          <a:chExt cx="0" cy="0"/>
        </a:xfrm>
      </p:grpSpPr>
      <p:sp>
        <p:nvSpPr>
          <p:cNvPr id="16" name="Google Shape;16;p3"/>
          <p:cNvSpPr txBox="1"/>
          <p:nvPr>
            <p:ph type="title"/>
          </p:nvPr>
        </p:nvSpPr>
        <p:spPr>
          <a:xfrm>
            <a:off x="893700" y="274650"/>
            <a:ext cx="6462600" cy="114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7" name="Google Shape;17;p3"/>
          <p:cNvSpPr txBox="1"/>
          <p:nvPr>
            <p:ph idx="1" type="body"/>
          </p:nvPr>
        </p:nvSpPr>
        <p:spPr>
          <a:xfrm>
            <a:off x="893625" y="1600200"/>
            <a:ext cx="3136800" cy="4967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18" name="Google Shape;18;p3"/>
          <p:cNvSpPr txBox="1"/>
          <p:nvPr>
            <p:ph idx="2" type="body"/>
          </p:nvPr>
        </p:nvSpPr>
        <p:spPr>
          <a:xfrm>
            <a:off x="4219456" y="1600200"/>
            <a:ext cx="3136800" cy="49677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a:lvl4pPr>
            <a:lvl5pPr indent="-342900" lvl="4" marL="2286000" algn="l">
              <a:lnSpc>
                <a:spcPct val="100000"/>
              </a:lnSpc>
              <a:spcBef>
                <a:spcPts val="0"/>
              </a:spcBef>
              <a:spcAft>
                <a:spcPts val="0"/>
              </a:spcAft>
              <a:buSzPts val="1800"/>
              <a:buChar char="○"/>
              <a:defRPr/>
            </a:lvl5pPr>
            <a:lvl6pPr indent="-342900" lvl="5" marL="2743200" algn="l">
              <a:lnSpc>
                <a:spcPct val="100000"/>
              </a:lnSpc>
              <a:spcBef>
                <a:spcPts val="0"/>
              </a:spcBef>
              <a:spcAft>
                <a:spcPts val="0"/>
              </a:spcAft>
              <a:buSzPts val="1800"/>
              <a:buChar char="■"/>
              <a:defRPr/>
            </a:lvl6pPr>
            <a:lvl7pPr indent="-342900" lvl="6" marL="3200400" algn="l">
              <a:lnSpc>
                <a:spcPct val="100000"/>
              </a:lnSpc>
              <a:spcBef>
                <a:spcPts val="0"/>
              </a:spcBef>
              <a:spcAft>
                <a:spcPts val="0"/>
              </a:spcAft>
              <a:buSzPts val="1800"/>
              <a:buChar char="●"/>
              <a:defRPr/>
            </a:lvl7pPr>
            <a:lvl8pPr indent="-342900" lvl="7" marL="3657600" algn="l">
              <a:lnSpc>
                <a:spcPct val="100000"/>
              </a:lnSpc>
              <a:spcBef>
                <a:spcPts val="0"/>
              </a:spcBef>
              <a:spcAft>
                <a:spcPts val="0"/>
              </a:spcAft>
              <a:buSzPts val="1800"/>
              <a:buChar char="○"/>
              <a:defRPr/>
            </a:lvl8pPr>
            <a:lvl9pPr indent="-342900" lvl="8" marL="4114800" algn="l">
              <a:lnSpc>
                <a:spcPct val="100000"/>
              </a:lnSpc>
              <a:spcBef>
                <a:spcPts val="0"/>
              </a:spcBef>
              <a:spcAft>
                <a:spcPts val="0"/>
              </a:spcAft>
              <a:buSzPts val="1800"/>
              <a:buChar char="■"/>
              <a:defRPr/>
            </a:lvl9pPr>
          </a:lstStyle>
          <a:p/>
        </p:txBody>
      </p:sp>
      <p:sp>
        <p:nvSpPr>
          <p:cNvPr id="19" name="Google Shape;19;p3"/>
          <p:cNvSpPr/>
          <p:nvPr/>
        </p:nvSpPr>
        <p:spPr>
          <a:xfrm>
            <a:off x="7356366" y="6755100"/>
            <a:ext cx="8937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
          <p:cNvSpPr/>
          <p:nvPr/>
        </p:nvSpPr>
        <p:spPr>
          <a:xfrm>
            <a:off x="8250312" y="6755100"/>
            <a:ext cx="8937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a:off x="0" y="6755100"/>
            <a:ext cx="8937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a:off x="893710" y="6755100"/>
            <a:ext cx="64626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ubtitle">
  <p:cSld name="TITLE_1">
    <p:spTree>
      <p:nvGrpSpPr>
        <p:cNvPr id="24" name="Shape 24"/>
        <p:cNvGrpSpPr/>
        <p:nvPr/>
      </p:nvGrpSpPr>
      <p:grpSpPr>
        <a:xfrm>
          <a:off x="0" y="0"/>
          <a:ext cx="0" cy="0"/>
          <a:chOff x="0" y="0"/>
          <a:chExt cx="0" cy="0"/>
        </a:xfrm>
      </p:grpSpPr>
      <p:sp>
        <p:nvSpPr>
          <p:cNvPr id="25" name="Google Shape;25;p4"/>
          <p:cNvSpPr/>
          <p:nvPr/>
        </p:nvSpPr>
        <p:spPr>
          <a:xfrm>
            <a:off x="0" y="0"/>
            <a:ext cx="9144000" cy="53238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4"/>
          <p:cNvSpPr txBox="1"/>
          <p:nvPr>
            <p:ph type="ctrTitle"/>
          </p:nvPr>
        </p:nvSpPr>
        <p:spPr>
          <a:xfrm>
            <a:off x="685800" y="2111123"/>
            <a:ext cx="7772400" cy="1546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4800"/>
              <a:buNone/>
              <a:defRPr sz="4800">
                <a:solidFill>
                  <a:srgbClr val="FFFFFF"/>
                </a:solidFill>
              </a:defRPr>
            </a:lvl1pPr>
            <a:lvl2pPr lvl="1" algn="ctr">
              <a:lnSpc>
                <a:spcPct val="100000"/>
              </a:lnSpc>
              <a:spcBef>
                <a:spcPts val="0"/>
              </a:spcBef>
              <a:spcAft>
                <a:spcPts val="0"/>
              </a:spcAft>
              <a:buClr>
                <a:srgbClr val="FFFFFF"/>
              </a:buClr>
              <a:buSzPts val="4800"/>
              <a:buNone/>
              <a:defRPr sz="4800">
                <a:solidFill>
                  <a:srgbClr val="FFFFFF"/>
                </a:solidFill>
              </a:defRPr>
            </a:lvl2pPr>
            <a:lvl3pPr lvl="2" algn="ctr">
              <a:lnSpc>
                <a:spcPct val="100000"/>
              </a:lnSpc>
              <a:spcBef>
                <a:spcPts val="0"/>
              </a:spcBef>
              <a:spcAft>
                <a:spcPts val="0"/>
              </a:spcAft>
              <a:buClr>
                <a:srgbClr val="FFFFFF"/>
              </a:buClr>
              <a:buSzPts val="4800"/>
              <a:buNone/>
              <a:defRPr sz="4800">
                <a:solidFill>
                  <a:srgbClr val="FFFFFF"/>
                </a:solidFill>
              </a:defRPr>
            </a:lvl3pPr>
            <a:lvl4pPr lvl="3" algn="ctr">
              <a:lnSpc>
                <a:spcPct val="100000"/>
              </a:lnSpc>
              <a:spcBef>
                <a:spcPts val="0"/>
              </a:spcBef>
              <a:spcAft>
                <a:spcPts val="0"/>
              </a:spcAft>
              <a:buClr>
                <a:srgbClr val="FFFFFF"/>
              </a:buClr>
              <a:buSzPts val="4800"/>
              <a:buNone/>
              <a:defRPr sz="4800">
                <a:solidFill>
                  <a:srgbClr val="FFFFFF"/>
                </a:solidFill>
              </a:defRPr>
            </a:lvl4pPr>
            <a:lvl5pPr lvl="4" algn="ctr">
              <a:lnSpc>
                <a:spcPct val="100000"/>
              </a:lnSpc>
              <a:spcBef>
                <a:spcPts val="0"/>
              </a:spcBef>
              <a:spcAft>
                <a:spcPts val="0"/>
              </a:spcAft>
              <a:buClr>
                <a:srgbClr val="FFFFFF"/>
              </a:buClr>
              <a:buSzPts val="4800"/>
              <a:buNone/>
              <a:defRPr sz="4800">
                <a:solidFill>
                  <a:srgbClr val="FFFFFF"/>
                </a:solidFill>
              </a:defRPr>
            </a:lvl5pPr>
            <a:lvl6pPr lvl="5" algn="ctr">
              <a:lnSpc>
                <a:spcPct val="100000"/>
              </a:lnSpc>
              <a:spcBef>
                <a:spcPts val="0"/>
              </a:spcBef>
              <a:spcAft>
                <a:spcPts val="0"/>
              </a:spcAft>
              <a:buClr>
                <a:srgbClr val="FFFFFF"/>
              </a:buClr>
              <a:buSzPts val="4800"/>
              <a:buNone/>
              <a:defRPr sz="4800">
                <a:solidFill>
                  <a:srgbClr val="FFFFFF"/>
                </a:solidFill>
              </a:defRPr>
            </a:lvl6pPr>
            <a:lvl7pPr lvl="6" algn="ctr">
              <a:lnSpc>
                <a:spcPct val="100000"/>
              </a:lnSpc>
              <a:spcBef>
                <a:spcPts val="0"/>
              </a:spcBef>
              <a:spcAft>
                <a:spcPts val="0"/>
              </a:spcAft>
              <a:buClr>
                <a:srgbClr val="FFFFFF"/>
              </a:buClr>
              <a:buSzPts val="4800"/>
              <a:buNone/>
              <a:defRPr sz="4800">
                <a:solidFill>
                  <a:srgbClr val="FFFFFF"/>
                </a:solidFill>
              </a:defRPr>
            </a:lvl7pPr>
            <a:lvl8pPr lvl="7" algn="ctr">
              <a:lnSpc>
                <a:spcPct val="100000"/>
              </a:lnSpc>
              <a:spcBef>
                <a:spcPts val="0"/>
              </a:spcBef>
              <a:spcAft>
                <a:spcPts val="0"/>
              </a:spcAft>
              <a:buClr>
                <a:srgbClr val="FFFFFF"/>
              </a:buClr>
              <a:buSzPts val="4800"/>
              <a:buNone/>
              <a:defRPr sz="4800">
                <a:solidFill>
                  <a:srgbClr val="FFFFFF"/>
                </a:solidFill>
              </a:defRPr>
            </a:lvl8pPr>
            <a:lvl9pPr lvl="8" algn="ctr">
              <a:lnSpc>
                <a:spcPct val="100000"/>
              </a:lnSpc>
              <a:spcBef>
                <a:spcPts val="0"/>
              </a:spcBef>
              <a:spcAft>
                <a:spcPts val="0"/>
              </a:spcAft>
              <a:buClr>
                <a:srgbClr val="FFFFFF"/>
              </a:buClr>
              <a:buSzPts val="4800"/>
              <a:buNone/>
              <a:defRPr sz="4800">
                <a:solidFill>
                  <a:srgbClr val="FFFFFF"/>
                </a:solidFill>
              </a:defRPr>
            </a:lvl9pPr>
          </a:lstStyle>
          <a:p/>
        </p:txBody>
      </p:sp>
      <p:sp>
        <p:nvSpPr>
          <p:cNvPr id="27" name="Google Shape;27;p4"/>
          <p:cNvSpPr txBox="1"/>
          <p:nvPr>
            <p:ph idx="1" type="subTitle"/>
          </p:nvPr>
        </p:nvSpPr>
        <p:spPr>
          <a:xfrm>
            <a:off x="685800" y="3786738"/>
            <a:ext cx="7772400" cy="1046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2400"/>
              <a:buNone/>
              <a:defRPr b="1" sz="2400">
                <a:solidFill>
                  <a:srgbClr val="FFFFFF"/>
                </a:solidFill>
              </a:defRPr>
            </a:lvl1pPr>
            <a:lvl2pPr lvl="1" algn="ctr">
              <a:lnSpc>
                <a:spcPct val="100000"/>
              </a:lnSpc>
              <a:spcBef>
                <a:spcPts val="0"/>
              </a:spcBef>
              <a:spcAft>
                <a:spcPts val="0"/>
              </a:spcAft>
              <a:buClr>
                <a:srgbClr val="FFFFFF"/>
              </a:buClr>
              <a:buSzPts val="2400"/>
              <a:buNone/>
              <a:defRPr b="1">
                <a:solidFill>
                  <a:srgbClr val="FFFFFF"/>
                </a:solidFill>
              </a:defRPr>
            </a:lvl2pPr>
            <a:lvl3pPr lvl="2" algn="ctr">
              <a:lnSpc>
                <a:spcPct val="100000"/>
              </a:lnSpc>
              <a:spcBef>
                <a:spcPts val="0"/>
              </a:spcBef>
              <a:spcAft>
                <a:spcPts val="0"/>
              </a:spcAft>
              <a:buClr>
                <a:srgbClr val="FFFFFF"/>
              </a:buClr>
              <a:buSzPts val="2400"/>
              <a:buNone/>
              <a:defRPr b="1">
                <a:solidFill>
                  <a:srgbClr val="FFFFFF"/>
                </a:solidFill>
              </a:defRPr>
            </a:lvl3pPr>
            <a:lvl4pPr lvl="3" algn="ctr">
              <a:lnSpc>
                <a:spcPct val="100000"/>
              </a:lnSpc>
              <a:spcBef>
                <a:spcPts val="0"/>
              </a:spcBef>
              <a:spcAft>
                <a:spcPts val="0"/>
              </a:spcAft>
              <a:buClr>
                <a:srgbClr val="FFFFFF"/>
              </a:buClr>
              <a:buSzPts val="2400"/>
              <a:buNone/>
              <a:defRPr b="1" sz="2400">
                <a:solidFill>
                  <a:srgbClr val="FFFFFF"/>
                </a:solidFill>
              </a:defRPr>
            </a:lvl4pPr>
            <a:lvl5pPr lvl="4" algn="ctr">
              <a:lnSpc>
                <a:spcPct val="100000"/>
              </a:lnSpc>
              <a:spcBef>
                <a:spcPts val="0"/>
              </a:spcBef>
              <a:spcAft>
                <a:spcPts val="0"/>
              </a:spcAft>
              <a:buClr>
                <a:srgbClr val="FFFFFF"/>
              </a:buClr>
              <a:buSzPts val="2400"/>
              <a:buNone/>
              <a:defRPr b="1" sz="2400">
                <a:solidFill>
                  <a:srgbClr val="FFFFFF"/>
                </a:solidFill>
              </a:defRPr>
            </a:lvl5pPr>
            <a:lvl6pPr lvl="5" algn="ctr">
              <a:lnSpc>
                <a:spcPct val="100000"/>
              </a:lnSpc>
              <a:spcBef>
                <a:spcPts val="0"/>
              </a:spcBef>
              <a:spcAft>
                <a:spcPts val="0"/>
              </a:spcAft>
              <a:buClr>
                <a:srgbClr val="FFFFFF"/>
              </a:buClr>
              <a:buSzPts val="2400"/>
              <a:buNone/>
              <a:defRPr b="1" sz="2400">
                <a:solidFill>
                  <a:srgbClr val="FFFFFF"/>
                </a:solidFill>
              </a:defRPr>
            </a:lvl6pPr>
            <a:lvl7pPr lvl="6" algn="ctr">
              <a:lnSpc>
                <a:spcPct val="100000"/>
              </a:lnSpc>
              <a:spcBef>
                <a:spcPts val="0"/>
              </a:spcBef>
              <a:spcAft>
                <a:spcPts val="0"/>
              </a:spcAft>
              <a:buClr>
                <a:srgbClr val="FFFFFF"/>
              </a:buClr>
              <a:buSzPts val="2400"/>
              <a:buNone/>
              <a:defRPr b="1" sz="2400">
                <a:solidFill>
                  <a:srgbClr val="FFFFFF"/>
                </a:solidFill>
              </a:defRPr>
            </a:lvl7pPr>
            <a:lvl8pPr lvl="7" algn="ctr">
              <a:lnSpc>
                <a:spcPct val="100000"/>
              </a:lnSpc>
              <a:spcBef>
                <a:spcPts val="0"/>
              </a:spcBef>
              <a:spcAft>
                <a:spcPts val="0"/>
              </a:spcAft>
              <a:buClr>
                <a:srgbClr val="FFFFFF"/>
              </a:buClr>
              <a:buSzPts val="2400"/>
              <a:buNone/>
              <a:defRPr b="1" sz="2400">
                <a:solidFill>
                  <a:srgbClr val="FFFFFF"/>
                </a:solidFill>
              </a:defRPr>
            </a:lvl8pPr>
            <a:lvl9pPr lvl="8" algn="ctr">
              <a:lnSpc>
                <a:spcPct val="100000"/>
              </a:lnSpc>
              <a:spcBef>
                <a:spcPts val="0"/>
              </a:spcBef>
              <a:spcAft>
                <a:spcPts val="0"/>
              </a:spcAft>
              <a:buClr>
                <a:srgbClr val="FFFFFF"/>
              </a:buClr>
              <a:buSzPts val="2400"/>
              <a:buNone/>
              <a:defRPr b="1" sz="2400">
                <a:solidFill>
                  <a:srgbClr val="FFFFFF"/>
                </a:solidFill>
              </a:defRPr>
            </a:lvl9pPr>
          </a:lstStyle>
          <a:p/>
        </p:txBody>
      </p:sp>
      <p:sp>
        <p:nvSpPr>
          <p:cNvPr id="28" name="Google Shape;28;p4"/>
          <p:cNvSpPr/>
          <p:nvPr/>
        </p:nvSpPr>
        <p:spPr>
          <a:xfrm>
            <a:off x="3047704" y="5323800"/>
            <a:ext cx="30477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a:off x="6096271" y="5323800"/>
            <a:ext cx="30477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
          <p:cNvSpPr/>
          <p:nvPr/>
        </p:nvSpPr>
        <p:spPr>
          <a:xfrm>
            <a:off x="1" y="5323800"/>
            <a:ext cx="30477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txBox="1"/>
          <p:nvPr>
            <p:ph idx="12" type="sldNum"/>
          </p:nvPr>
        </p:nvSpPr>
        <p:spPr>
          <a:xfrm>
            <a:off x="-125" y="6440375"/>
            <a:ext cx="9144000" cy="417900"/>
          </a:xfrm>
          <a:prstGeom prst="rect">
            <a:avLst/>
          </a:prstGeom>
          <a:noFill/>
          <a:ln>
            <a:noFill/>
          </a:ln>
        </p:spPr>
        <p:txBody>
          <a:bodyPr anchorCtr="0" anchor="t" bIns="91425" lIns="91425" spcFirstLastPara="1" rIns="91425" wrap="square" tIns="91425">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color background">
  <p:cSld name="BLANK_1">
    <p:bg>
      <p:bgPr>
        <a:solidFill>
          <a:srgbClr val="2185C5"/>
        </a:solidFill>
      </p:bgPr>
    </p:bg>
    <p:spTree>
      <p:nvGrpSpPr>
        <p:cNvPr id="32" name="Shape 32"/>
        <p:cNvGrpSpPr/>
        <p:nvPr/>
      </p:nvGrpSpPr>
      <p:grpSpPr>
        <a:xfrm>
          <a:off x="0" y="0"/>
          <a:ext cx="0" cy="0"/>
          <a:chOff x="0" y="0"/>
          <a:chExt cx="0" cy="0"/>
        </a:xfrm>
      </p:grpSpPr>
      <p:sp>
        <p:nvSpPr>
          <p:cNvPr id="33" name="Google Shape;33;p5"/>
          <p:cNvSpPr/>
          <p:nvPr/>
        </p:nvSpPr>
        <p:spPr>
          <a:xfrm>
            <a:off x="7356366" y="6755100"/>
            <a:ext cx="8937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5"/>
          <p:cNvSpPr/>
          <p:nvPr/>
        </p:nvSpPr>
        <p:spPr>
          <a:xfrm>
            <a:off x="8250312" y="6755100"/>
            <a:ext cx="8937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
          <p:cNvSpPr/>
          <p:nvPr/>
        </p:nvSpPr>
        <p:spPr>
          <a:xfrm>
            <a:off x="0" y="6755100"/>
            <a:ext cx="893700" cy="102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p:nvPr/>
        </p:nvSpPr>
        <p:spPr>
          <a:xfrm>
            <a:off x="893710" y="6755100"/>
            <a:ext cx="64626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3 columns">
  <p:cSld name="TITLE_AND_TWO_COLUMNS_1">
    <p:spTree>
      <p:nvGrpSpPr>
        <p:cNvPr id="38" name="Shape 38"/>
        <p:cNvGrpSpPr/>
        <p:nvPr/>
      </p:nvGrpSpPr>
      <p:grpSpPr>
        <a:xfrm>
          <a:off x="0" y="0"/>
          <a:ext cx="0" cy="0"/>
          <a:chOff x="0" y="0"/>
          <a:chExt cx="0" cy="0"/>
        </a:xfrm>
      </p:grpSpPr>
      <p:sp>
        <p:nvSpPr>
          <p:cNvPr id="39" name="Google Shape;39;p6"/>
          <p:cNvSpPr txBox="1"/>
          <p:nvPr>
            <p:ph type="title"/>
          </p:nvPr>
        </p:nvSpPr>
        <p:spPr>
          <a:xfrm>
            <a:off x="893700" y="274650"/>
            <a:ext cx="6462600" cy="1143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0" name="Google Shape;40;p6"/>
          <p:cNvSpPr txBox="1"/>
          <p:nvPr>
            <p:ph idx="1" type="body"/>
          </p:nvPr>
        </p:nvSpPr>
        <p:spPr>
          <a:xfrm>
            <a:off x="893700" y="1600200"/>
            <a:ext cx="2371200" cy="4967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41" name="Google Shape;41;p6"/>
          <p:cNvSpPr txBox="1"/>
          <p:nvPr>
            <p:ph idx="2" type="body"/>
          </p:nvPr>
        </p:nvSpPr>
        <p:spPr>
          <a:xfrm>
            <a:off x="3386404" y="1600200"/>
            <a:ext cx="2371200" cy="4967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42" name="Google Shape;42;p6"/>
          <p:cNvSpPr txBox="1"/>
          <p:nvPr>
            <p:ph idx="3" type="body"/>
          </p:nvPr>
        </p:nvSpPr>
        <p:spPr>
          <a:xfrm>
            <a:off x="5879107" y="1600200"/>
            <a:ext cx="2371200" cy="4967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sz="1400"/>
            </a:lvl1pPr>
            <a:lvl2pPr indent="-317500" lvl="1" marL="914400" algn="l">
              <a:lnSpc>
                <a:spcPct val="100000"/>
              </a:lnSpc>
              <a:spcBef>
                <a:spcPts val="0"/>
              </a:spcBef>
              <a:spcAft>
                <a:spcPts val="0"/>
              </a:spcAft>
              <a:buSzPts val="1400"/>
              <a:buChar char="○"/>
              <a:defRPr sz="1400"/>
            </a:lvl2pPr>
            <a:lvl3pPr indent="-317500" lvl="2" marL="1371600" algn="l">
              <a:lnSpc>
                <a:spcPct val="100000"/>
              </a:lnSpc>
              <a:spcBef>
                <a:spcPts val="0"/>
              </a:spcBef>
              <a:spcAft>
                <a:spcPts val="0"/>
              </a:spcAft>
              <a:buSzPts val="1400"/>
              <a:buChar char="■"/>
              <a:defRPr sz="1400"/>
            </a:lvl3pPr>
            <a:lvl4pPr indent="-317500" lvl="3" marL="1828800" algn="l">
              <a:lnSpc>
                <a:spcPct val="100000"/>
              </a:lnSpc>
              <a:spcBef>
                <a:spcPts val="0"/>
              </a:spcBef>
              <a:spcAft>
                <a:spcPts val="0"/>
              </a:spcAft>
              <a:buSzPts val="1400"/>
              <a:buChar char="●"/>
              <a:defRPr sz="1400"/>
            </a:lvl4pPr>
            <a:lvl5pPr indent="-317500" lvl="4" marL="2286000" algn="l">
              <a:lnSpc>
                <a:spcPct val="100000"/>
              </a:lnSpc>
              <a:spcBef>
                <a:spcPts val="0"/>
              </a:spcBef>
              <a:spcAft>
                <a:spcPts val="0"/>
              </a:spcAft>
              <a:buSzPts val="1400"/>
              <a:buChar char="○"/>
              <a:defRPr sz="1400"/>
            </a:lvl5pPr>
            <a:lvl6pPr indent="-317500" lvl="5" marL="2743200" algn="l">
              <a:lnSpc>
                <a:spcPct val="100000"/>
              </a:lnSpc>
              <a:spcBef>
                <a:spcPts val="0"/>
              </a:spcBef>
              <a:spcAft>
                <a:spcPts val="0"/>
              </a:spcAft>
              <a:buSzPts val="1400"/>
              <a:buChar char="■"/>
              <a:defRPr sz="1400"/>
            </a:lvl6pPr>
            <a:lvl7pPr indent="-317500" lvl="6" marL="3200400" algn="l">
              <a:lnSpc>
                <a:spcPct val="100000"/>
              </a:lnSpc>
              <a:spcBef>
                <a:spcPts val="0"/>
              </a:spcBef>
              <a:spcAft>
                <a:spcPts val="0"/>
              </a:spcAft>
              <a:buSzPts val="1400"/>
              <a:buChar char="●"/>
              <a:defRPr sz="1400"/>
            </a:lvl7pPr>
            <a:lvl8pPr indent="-317500" lvl="7" marL="3657600" algn="l">
              <a:lnSpc>
                <a:spcPct val="100000"/>
              </a:lnSpc>
              <a:spcBef>
                <a:spcPts val="0"/>
              </a:spcBef>
              <a:spcAft>
                <a:spcPts val="0"/>
              </a:spcAft>
              <a:buSzPts val="1400"/>
              <a:buChar char="○"/>
              <a:defRPr sz="1400"/>
            </a:lvl8pPr>
            <a:lvl9pPr indent="-317500" lvl="8" marL="4114800" algn="l">
              <a:lnSpc>
                <a:spcPct val="100000"/>
              </a:lnSpc>
              <a:spcBef>
                <a:spcPts val="0"/>
              </a:spcBef>
              <a:spcAft>
                <a:spcPts val="0"/>
              </a:spcAft>
              <a:buSzPts val="1400"/>
              <a:buChar char="■"/>
              <a:defRPr sz="1400"/>
            </a:lvl9pPr>
          </a:lstStyle>
          <a:p/>
        </p:txBody>
      </p:sp>
      <p:sp>
        <p:nvSpPr>
          <p:cNvPr id="43" name="Google Shape;43;p6"/>
          <p:cNvSpPr/>
          <p:nvPr/>
        </p:nvSpPr>
        <p:spPr>
          <a:xfrm>
            <a:off x="7356366" y="6755100"/>
            <a:ext cx="8937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p:nvPr/>
        </p:nvSpPr>
        <p:spPr>
          <a:xfrm>
            <a:off x="8250312" y="6755100"/>
            <a:ext cx="8937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6"/>
          <p:cNvSpPr/>
          <p:nvPr/>
        </p:nvSpPr>
        <p:spPr>
          <a:xfrm>
            <a:off x="0" y="6755100"/>
            <a:ext cx="8937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6"/>
          <p:cNvSpPr/>
          <p:nvPr/>
        </p:nvSpPr>
        <p:spPr>
          <a:xfrm>
            <a:off x="893710" y="6755100"/>
            <a:ext cx="64626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6"/>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93700" y="274650"/>
            <a:ext cx="6462600" cy="11430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1pPr>
            <a:lvl2pPr lvl="1"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2pPr>
            <a:lvl3pPr lvl="2"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3pPr>
            <a:lvl4pPr lvl="3"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4pPr>
            <a:lvl5pPr lvl="4"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5pPr>
            <a:lvl6pPr lvl="5"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6pPr>
            <a:lvl7pPr lvl="6"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7pPr>
            <a:lvl8pPr lvl="7"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8pPr>
            <a:lvl9pPr lvl="8" marR="0" rtl="0" algn="l">
              <a:lnSpc>
                <a:spcPct val="100000"/>
              </a:lnSpc>
              <a:spcBef>
                <a:spcPts val="0"/>
              </a:spcBef>
              <a:spcAft>
                <a:spcPts val="0"/>
              </a:spcAft>
              <a:buClr>
                <a:srgbClr val="97ABBC"/>
              </a:buClr>
              <a:buSzPts val="3600"/>
              <a:buFont typeface="Raleway"/>
              <a:buNone/>
              <a:defRPr b="0" i="0" sz="3600" u="none" cap="none" strike="noStrike">
                <a:solidFill>
                  <a:srgbClr val="97ABBC"/>
                </a:solidFill>
                <a:latin typeface="Raleway"/>
                <a:ea typeface="Raleway"/>
                <a:cs typeface="Raleway"/>
                <a:sym typeface="Raleway"/>
              </a:defRPr>
            </a:lvl9pPr>
          </a:lstStyle>
          <a:p/>
        </p:txBody>
      </p:sp>
      <p:sp>
        <p:nvSpPr>
          <p:cNvPr id="7" name="Google Shape;7;p1"/>
          <p:cNvSpPr txBox="1"/>
          <p:nvPr>
            <p:ph idx="1" type="body"/>
          </p:nvPr>
        </p:nvSpPr>
        <p:spPr>
          <a:xfrm>
            <a:off x="893700" y="1831450"/>
            <a:ext cx="6462600" cy="47364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rgbClr val="677480"/>
              </a:buClr>
              <a:buSzPts val="3000"/>
              <a:buFont typeface="Lato"/>
              <a:buChar char="▷"/>
              <a:defRPr b="0" i="0" sz="3000" u="none" cap="none" strike="noStrike">
                <a:solidFill>
                  <a:srgbClr val="677480"/>
                </a:solidFill>
                <a:latin typeface="Lato"/>
                <a:ea typeface="Lato"/>
                <a:cs typeface="Lato"/>
                <a:sym typeface="Lato"/>
              </a:defRPr>
            </a:lvl1pPr>
            <a:lvl2pPr indent="-381000" lvl="1" marL="914400" marR="0" rtl="0" algn="l">
              <a:lnSpc>
                <a:spcPct val="100000"/>
              </a:lnSpc>
              <a:spcBef>
                <a:spcPts val="0"/>
              </a:spcBef>
              <a:spcAft>
                <a:spcPts val="0"/>
              </a:spcAft>
              <a:buClr>
                <a:srgbClr val="677480"/>
              </a:buClr>
              <a:buSzPts val="2400"/>
              <a:buFont typeface="Lato"/>
              <a:buChar char="○"/>
              <a:defRPr b="0" i="0" sz="2400" u="none" cap="none" strike="noStrike">
                <a:solidFill>
                  <a:srgbClr val="677480"/>
                </a:solidFill>
                <a:latin typeface="Lato"/>
                <a:ea typeface="Lato"/>
                <a:cs typeface="Lato"/>
                <a:sym typeface="Lato"/>
              </a:defRPr>
            </a:lvl2pPr>
            <a:lvl3pPr indent="-381000" lvl="2" marL="1371600" marR="0" rtl="0" algn="l">
              <a:lnSpc>
                <a:spcPct val="100000"/>
              </a:lnSpc>
              <a:spcBef>
                <a:spcPts val="0"/>
              </a:spcBef>
              <a:spcAft>
                <a:spcPts val="0"/>
              </a:spcAft>
              <a:buClr>
                <a:srgbClr val="677480"/>
              </a:buClr>
              <a:buSzPts val="2400"/>
              <a:buFont typeface="Lato"/>
              <a:buChar char="■"/>
              <a:defRPr b="0" i="0" sz="2400" u="none" cap="none" strike="noStrike">
                <a:solidFill>
                  <a:srgbClr val="677480"/>
                </a:solidFill>
                <a:latin typeface="Lato"/>
                <a:ea typeface="Lato"/>
                <a:cs typeface="Lato"/>
                <a:sym typeface="Lato"/>
              </a:defRPr>
            </a:lvl3pPr>
            <a:lvl4pPr indent="-342900" lvl="3" marL="1828800" marR="0" rtl="0" algn="l">
              <a:lnSpc>
                <a:spcPct val="100000"/>
              </a:lnSpc>
              <a:spcBef>
                <a:spcPts val="0"/>
              </a:spcBef>
              <a:spcAft>
                <a:spcPts val="0"/>
              </a:spcAft>
              <a:buClr>
                <a:srgbClr val="677480"/>
              </a:buClr>
              <a:buSzPts val="1800"/>
              <a:buFont typeface="Lato"/>
              <a:buChar char="●"/>
              <a:defRPr b="0" i="0" sz="1800" u="none" cap="none" strike="noStrike">
                <a:solidFill>
                  <a:srgbClr val="677480"/>
                </a:solidFill>
                <a:latin typeface="Lato"/>
                <a:ea typeface="Lato"/>
                <a:cs typeface="Lato"/>
                <a:sym typeface="Lato"/>
              </a:defRPr>
            </a:lvl4pPr>
            <a:lvl5pPr indent="-342900" lvl="4" marL="2286000" marR="0" rtl="0" algn="l">
              <a:lnSpc>
                <a:spcPct val="100000"/>
              </a:lnSpc>
              <a:spcBef>
                <a:spcPts val="0"/>
              </a:spcBef>
              <a:spcAft>
                <a:spcPts val="0"/>
              </a:spcAft>
              <a:buClr>
                <a:srgbClr val="677480"/>
              </a:buClr>
              <a:buSzPts val="1800"/>
              <a:buFont typeface="Lato"/>
              <a:buChar char="○"/>
              <a:defRPr b="0" i="0" sz="1800" u="none" cap="none" strike="noStrike">
                <a:solidFill>
                  <a:srgbClr val="677480"/>
                </a:solidFill>
                <a:latin typeface="Lato"/>
                <a:ea typeface="Lato"/>
                <a:cs typeface="Lato"/>
                <a:sym typeface="Lato"/>
              </a:defRPr>
            </a:lvl5pPr>
            <a:lvl6pPr indent="-342900" lvl="5" marL="2743200" marR="0" rtl="0" algn="l">
              <a:lnSpc>
                <a:spcPct val="100000"/>
              </a:lnSpc>
              <a:spcBef>
                <a:spcPts val="0"/>
              </a:spcBef>
              <a:spcAft>
                <a:spcPts val="0"/>
              </a:spcAft>
              <a:buClr>
                <a:srgbClr val="677480"/>
              </a:buClr>
              <a:buSzPts val="1800"/>
              <a:buFont typeface="Lato"/>
              <a:buChar char="■"/>
              <a:defRPr b="0" i="0" sz="1800" u="none" cap="none" strike="noStrike">
                <a:solidFill>
                  <a:srgbClr val="677480"/>
                </a:solidFill>
                <a:latin typeface="Lato"/>
                <a:ea typeface="Lato"/>
                <a:cs typeface="Lato"/>
                <a:sym typeface="Lato"/>
              </a:defRPr>
            </a:lvl6pPr>
            <a:lvl7pPr indent="-342900" lvl="6" marL="3200400" marR="0" rtl="0" algn="l">
              <a:lnSpc>
                <a:spcPct val="100000"/>
              </a:lnSpc>
              <a:spcBef>
                <a:spcPts val="0"/>
              </a:spcBef>
              <a:spcAft>
                <a:spcPts val="0"/>
              </a:spcAft>
              <a:buClr>
                <a:srgbClr val="677480"/>
              </a:buClr>
              <a:buSzPts val="1800"/>
              <a:buFont typeface="Lato"/>
              <a:buChar char="●"/>
              <a:defRPr b="0" i="0" sz="1800" u="none" cap="none" strike="noStrike">
                <a:solidFill>
                  <a:srgbClr val="677480"/>
                </a:solidFill>
                <a:latin typeface="Lato"/>
                <a:ea typeface="Lato"/>
                <a:cs typeface="Lato"/>
                <a:sym typeface="Lato"/>
              </a:defRPr>
            </a:lvl7pPr>
            <a:lvl8pPr indent="-342900" lvl="7" marL="3657600" marR="0" rtl="0" algn="l">
              <a:lnSpc>
                <a:spcPct val="100000"/>
              </a:lnSpc>
              <a:spcBef>
                <a:spcPts val="0"/>
              </a:spcBef>
              <a:spcAft>
                <a:spcPts val="0"/>
              </a:spcAft>
              <a:buClr>
                <a:srgbClr val="677480"/>
              </a:buClr>
              <a:buSzPts val="1800"/>
              <a:buFont typeface="Lato"/>
              <a:buChar char="○"/>
              <a:defRPr b="0" i="0" sz="1800" u="none" cap="none" strike="noStrike">
                <a:solidFill>
                  <a:srgbClr val="677480"/>
                </a:solidFill>
                <a:latin typeface="Lato"/>
                <a:ea typeface="Lato"/>
                <a:cs typeface="Lato"/>
                <a:sym typeface="Lato"/>
              </a:defRPr>
            </a:lvl8pPr>
            <a:lvl9pPr indent="-342900" lvl="8" marL="4114800" marR="0" rtl="0" algn="l">
              <a:lnSpc>
                <a:spcPct val="100000"/>
              </a:lnSpc>
              <a:spcBef>
                <a:spcPts val="0"/>
              </a:spcBef>
              <a:spcAft>
                <a:spcPts val="0"/>
              </a:spcAft>
              <a:buClr>
                <a:srgbClr val="677480"/>
              </a:buClr>
              <a:buSzPts val="1800"/>
              <a:buFont typeface="Lato"/>
              <a:buChar char="■"/>
              <a:defRPr b="0" i="0" sz="1800" u="none" cap="none" strike="noStrike">
                <a:solidFill>
                  <a:srgbClr val="677480"/>
                </a:solidFill>
                <a:latin typeface="Lato"/>
                <a:ea typeface="Lato"/>
                <a:cs typeface="Lato"/>
                <a:sym typeface="Lato"/>
              </a:defRPr>
            </a:lvl9pPr>
          </a:lstStyle>
          <a:p/>
        </p:txBody>
      </p:sp>
      <p:sp>
        <p:nvSpPr>
          <p:cNvPr id="8" name="Google Shape;8;p1"/>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97ABBC"/>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 name="Shape 51"/>
        <p:cNvGrpSpPr/>
        <p:nvPr/>
      </p:nvGrpSpPr>
      <p:grpSpPr>
        <a:xfrm>
          <a:off x="0" y="0"/>
          <a:ext cx="0" cy="0"/>
          <a:chOff x="0" y="0"/>
          <a:chExt cx="0" cy="0"/>
        </a:xfrm>
      </p:grpSpPr>
      <p:sp>
        <p:nvSpPr>
          <p:cNvPr id="52" name="Google Shape;52;p7"/>
          <p:cNvSpPr txBox="1"/>
          <p:nvPr>
            <p:ph type="ctrTitle"/>
          </p:nvPr>
        </p:nvSpPr>
        <p:spPr>
          <a:xfrm>
            <a:off x="721425" y="3785246"/>
            <a:ext cx="5216700" cy="1546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2185C5"/>
              </a:buClr>
              <a:buSzPts val="4800"/>
              <a:buNone/>
            </a:pPr>
            <a:r>
              <a:rPr lang="en-US"/>
              <a:t>Naufar </a:t>
            </a:r>
            <a:br>
              <a:rPr lang="en-US"/>
            </a:br>
            <a:r>
              <a:rPr lang="en-US" sz="2800"/>
              <a:t>Time Attendance System</a:t>
            </a:r>
            <a:endParaRPr sz="2800"/>
          </a:p>
        </p:txBody>
      </p:sp>
      <p:pic>
        <p:nvPicPr>
          <p:cNvPr descr="Untitled-1.png" id="53" name="Google Shape;53;p7"/>
          <p:cNvPicPr preferRelativeResize="0"/>
          <p:nvPr/>
        </p:nvPicPr>
        <p:blipFill rotWithShape="1">
          <a:blip r:embed="rId3">
            <a:alphaModFix/>
          </a:blip>
          <a:srcRect b="0" l="0" r="0" t="0"/>
          <a:stretch/>
        </p:blipFill>
        <p:spPr>
          <a:xfrm>
            <a:off x="6400800" y="685800"/>
            <a:ext cx="1952625"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 name="Shape 57"/>
        <p:cNvGrpSpPr/>
        <p:nvPr/>
      </p:nvGrpSpPr>
      <p:grpSpPr>
        <a:xfrm>
          <a:off x="0" y="0"/>
          <a:ext cx="0" cy="0"/>
          <a:chOff x="0" y="0"/>
          <a:chExt cx="0" cy="0"/>
        </a:xfrm>
      </p:grpSpPr>
      <p:sp>
        <p:nvSpPr>
          <p:cNvPr id="58" name="Google Shape;58;p8"/>
          <p:cNvSpPr txBox="1"/>
          <p:nvPr>
            <p:ph type="title"/>
          </p:nvPr>
        </p:nvSpPr>
        <p:spPr>
          <a:xfrm>
            <a:off x="838200" y="1905000"/>
            <a:ext cx="7628100" cy="1143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sz="6000"/>
              <a:t>PREAMBLE </a:t>
            </a:r>
            <a:endParaRPr sz="6000"/>
          </a:p>
        </p:txBody>
      </p:sp>
      <p:sp>
        <p:nvSpPr>
          <p:cNvPr id="59" name="Google Shape;59;p8"/>
          <p:cNvSpPr txBox="1"/>
          <p:nvPr/>
        </p:nvSpPr>
        <p:spPr>
          <a:xfrm>
            <a:off x="838200" y="3048000"/>
            <a:ext cx="6934200" cy="2286000"/>
          </a:xfrm>
          <a:prstGeom prst="rect">
            <a:avLst/>
          </a:prstGeom>
          <a:noFill/>
          <a:ln>
            <a:noFill/>
          </a:ln>
        </p:spPr>
        <p:txBody>
          <a:bodyPr anchorCtr="0" anchor="t" bIns="91425" lIns="91425" spcFirstLastPara="1" rIns="91425" wrap="square" tIns="91425">
            <a:noAutofit/>
          </a:bodyPr>
          <a:lstStyle/>
          <a:p>
            <a:pPr indent="-114300" lvl="4" marL="0" marR="0" rtl="0" algn="just">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Raleway"/>
                <a:ea typeface="Raleway"/>
                <a:cs typeface="Raleway"/>
                <a:sym typeface="Raleway"/>
              </a:rPr>
              <a:t>  Followings are some modules outcomes from the SOW sent by the Naufar. The system is defined modules –wise to make it more explicable. Also they are defined and tried to explore more from the technical point. </a:t>
            </a:r>
            <a:endParaRPr/>
          </a:p>
          <a:p>
            <a:pPr indent="-114300" lvl="7" marL="0" marR="0" rtl="0" algn="just">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Raleway"/>
                <a:ea typeface="Raleway"/>
                <a:cs typeface="Raleway"/>
                <a:sym typeface="Raleway"/>
              </a:rPr>
              <a:t>  New modules and definitions shall be added after taking the  actual study of the system. And the system shall be customized accordingly.</a:t>
            </a:r>
            <a:endParaRPr b="0" i="0" sz="1800" u="none" cap="none" strike="noStrike">
              <a:solidFill>
                <a:srgbClr val="000000"/>
              </a:solidFill>
              <a:latin typeface="Candara"/>
              <a:ea typeface="Candara"/>
              <a:cs typeface="Candara"/>
              <a:sym typeface="Candara"/>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Candara"/>
              <a:ea typeface="Candara"/>
              <a:cs typeface="Candara"/>
              <a:sym typeface="Candara"/>
            </a:endParaRPr>
          </a:p>
          <a:p>
            <a:pPr indent="0" lvl="0" marL="0" marR="0" rtl="0" algn="l">
              <a:lnSpc>
                <a:spcPct val="100000"/>
              </a:lnSpc>
              <a:spcBef>
                <a:spcPts val="600"/>
              </a:spcBef>
              <a:spcAft>
                <a:spcPts val="0"/>
              </a:spcAft>
              <a:buClr>
                <a:schemeClr val="dk1"/>
              </a:buClr>
              <a:buSzPts val="1100"/>
              <a:buFont typeface="Arial"/>
              <a:buNone/>
            </a:pPr>
            <a:r>
              <a:t/>
            </a:r>
            <a:endParaRPr b="0" i="0" sz="1800" u="none" cap="none" strike="noStrike">
              <a:solidFill>
                <a:srgbClr val="677480"/>
              </a:solidFill>
              <a:latin typeface="Candara"/>
              <a:ea typeface="Candara"/>
              <a:cs typeface="Candara"/>
              <a:sym typeface="Candara"/>
            </a:endParaRPr>
          </a:p>
          <a:p>
            <a:pPr indent="0" lvl="0" marL="0" marR="0" rtl="0" algn="l">
              <a:lnSpc>
                <a:spcPct val="100000"/>
              </a:lnSpc>
              <a:spcBef>
                <a:spcPts val="600"/>
              </a:spcBef>
              <a:spcAft>
                <a:spcPts val="0"/>
              </a:spcAft>
              <a:buClr>
                <a:srgbClr val="000000"/>
              </a:buClr>
              <a:buSzPts val="1800"/>
              <a:buFont typeface="Arial"/>
              <a:buNone/>
            </a:pPr>
            <a:r>
              <a:t/>
            </a:r>
            <a:endParaRPr b="0" i="0" sz="1800" u="none" cap="none" strike="noStrike">
              <a:solidFill>
                <a:srgbClr val="677480"/>
              </a:solidFill>
              <a:latin typeface="Candara"/>
              <a:ea typeface="Candara"/>
              <a:cs typeface="Candara"/>
              <a:sym typeface="Candara"/>
            </a:endParaRPr>
          </a:p>
        </p:txBody>
      </p:sp>
      <p:sp>
        <p:nvSpPr>
          <p:cNvPr id="60" name="Google Shape;60;p8"/>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pic>
        <p:nvPicPr>
          <p:cNvPr descr="Untitled-1.png" id="61" name="Google Shape;61;p8"/>
          <p:cNvPicPr preferRelativeResize="0"/>
          <p:nvPr/>
        </p:nvPicPr>
        <p:blipFill rotWithShape="1">
          <a:blip r:embed="rId3">
            <a:alphaModFix/>
          </a:blip>
          <a:srcRect b="0" l="0" r="0" t="0"/>
          <a:stretch/>
        </p:blipFill>
        <p:spPr>
          <a:xfrm>
            <a:off x="6400800" y="685800"/>
            <a:ext cx="1952625" cy="914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 name="Shape 65"/>
        <p:cNvGrpSpPr/>
        <p:nvPr/>
      </p:nvGrpSpPr>
      <p:grpSpPr>
        <a:xfrm>
          <a:off x="0" y="0"/>
          <a:ext cx="0" cy="0"/>
          <a:chOff x="0" y="0"/>
          <a:chExt cx="0" cy="0"/>
        </a:xfrm>
      </p:grpSpPr>
      <p:sp>
        <p:nvSpPr>
          <p:cNvPr id="66" name="Google Shape;66;p9"/>
          <p:cNvSpPr txBox="1"/>
          <p:nvPr>
            <p:ph type="ctrTitle"/>
          </p:nvPr>
        </p:nvSpPr>
        <p:spPr>
          <a:xfrm>
            <a:off x="685800" y="76200"/>
            <a:ext cx="7772400" cy="1546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US"/>
              <a:t>System shall be based on </a:t>
            </a:r>
            <a:endParaRPr/>
          </a:p>
        </p:txBody>
      </p:sp>
      <p:sp>
        <p:nvSpPr>
          <p:cNvPr id="67" name="Google Shape;67;p9"/>
          <p:cNvSpPr txBox="1"/>
          <p:nvPr>
            <p:ph idx="1" type="subTitle"/>
          </p:nvPr>
        </p:nvSpPr>
        <p:spPr>
          <a:xfrm>
            <a:off x="1066800" y="1600200"/>
            <a:ext cx="6324600" cy="3657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2400"/>
              <a:buNone/>
            </a:pPr>
            <a:r>
              <a:rPr b="0" lang="en-US">
                <a:latin typeface="Raleway"/>
                <a:ea typeface="Raleway"/>
                <a:cs typeface="Raleway"/>
                <a:sym typeface="Raleway"/>
              </a:rPr>
              <a:t>Secure–Framework based</a:t>
            </a:r>
            <a:endParaRPr/>
          </a:p>
          <a:p>
            <a:pPr indent="0" lvl="0" marL="0" rtl="0" algn="l">
              <a:lnSpc>
                <a:spcPct val="150000"/>
              </a:lnSpc>
              <a:spcBef>
                <a:spcPts val="0"/>
              </a:spcBef>
              <a:spcAft>
                <a:spcPts val="0"/>
              </a:spcAft>
              <a:buSzPts val="2400"/>
              <a:buNone/>
            </a:pPr>
            <a:r>
              <a:rPr b="0" lang="en-US">
                <a:latin typeface="Raleway"/>
                <a:ea typeface="Raleway"/>
                <a:cs typeface="Raleway"/>
                <a:sym typeface="Raleway"/>
              </a:rPr>
              <a:t>SQL Server – Backend</a:t>
            </a:r>
            <a:endParaRPr/>
          </a:p>
          <a:p>
            <a:pPr indent="0" lvl="0" marL="0" rtl="0" algn="l">
              <a:lnSpc>
                <a:spcPct val="150000"/>
              </a:lnSpc>
              <a:spcBef>
                <a:spcPts val="0"/>
              </a:spcBef>
              <a:spcAft>
                <a:spcPts val="0"/>
              </a:spcAft>
              <a:buSzPts val="2400"/>
              <a:buNone/>
            </a:pPr>
            <a:r>
              <a:rPr b="0" lang="en-US">
                <a:latin typeface="Raleway"/>
                <a:ea typeface="Raleway"/>
                <a:cs typeface="Raleway"/>
                <a:sym typeface="Raleway"/>
              </a:rPr>
              <a:t>Roles based system</a:t>
            </a:r>
            <a:endParaRPr/>
          </a:p>
          <a:p>
            <a:pPr indent="0" lvl="0" marL="0" rtl="0" algn="l">
              <a:lnSpc>
                <a:spcPct val="150000"/>
              </a:lnSpc>
              <a:spcBef>
                <a:spcPts val="0"/>
              </a:spcBef>
              <a:spcAft>
                <a:spcPts val="0"/>
              </a:spcAft>
              <a:buSzPts val="2400"/>
              <a:buNone/>
            </a:pPr>
            <a:r>
              <a:rPr b="0" lang="en-US">
                <a:latin typeface="Raleway"/>
                <a:ea typeface="Raleway"/>
                <a:cs typeface="Raleway"/>
                <a:sym typeface="Raleway"/>
              </a:rPr>
              <a:t>Integrated with SAP</a:t>
            </a:r>
            <a:endParaRPr/>
          </a:p>
          <a:p>
            <a:pPr indent="0" lvl="0" marL="0" rtl="0" algn="l">
              <a:lnSpc>
                <a:spcPct val="150000"/>
              </a:lnSpc>
              <a:spcBef>
                <a:spcPts val="0"/>
              </a:spcBef>
              <a:spcAft>
                <a:spcPts val="0"/>
              </a:spcAft>
              <a:buSzPts val="2400"/>
              <a:buNone/>
            </a:pPr>
            <a:r>
              <a:rPr b="0" lang="en-US">
                <a:latin typeface="Raleway"/>
                <a:ea typeface="Raleway"/>
                <a:cs typeface="Raleway"/>
                <a:sym typeface="Raleway"/>
              </a:rPr>
              <a:t>Roster equipped</a:t>
            </a:r>
            <a:endParaRPr/>
          </a:p>
          <a:p>
            <a:pPr indent="0" lvl="0" marL="0" rtl="0" algn="l">
              <a:lnSpc>
                <a:spcPct val="150000"/>
              </a:lnSpc>
              <a:spcBef>
                <a:spcPts val="0"/>
              </a:spcBef>
              <a:spcAft>
                <a:spcPts val="0"/>
              </a:spcAft>
              <a:buSzPts val="2400"/>
              <a:buNone/>
            </a:pPr>
            <a:r>
              <a:rPr b="0" lang="en-US">
                <a:latin typeface="Raleway"/>
                <a:ea typeface="Raleway"/>
                <a:cs typeface="Raleway"/>
                <a:sym typeface="Raleway"/>
              </a:rPr>
              <a:t>Dashboards  for each user</a:t>
            </a:r>
            <a:endParaRPr b="0">
              <a:latin typeface="Raleway"/>
              <a:ea typeface="Raleway"/>
              <a:cs typeface="Raleway"/>
              <a:sym typeface="Raleway"/>
            </a:endParaRPr>
          </a:p>
        </p:txBody>
      </p:sp>
      <p:sp>
        <p:nvSpPr>
          <p:cNvPr id="68" name="Google Shape;68;p9"/>
          <p:cNvSpPr txBox="1"/>
          <p:nvPr>
            <p:ph idx="12" type="sldNum"/>
          </p:nvPr>
        </p:nvSpPr>
        <p:spPr>
          <a:xfrm>
            <a:off x="-125" y="6440375"/>
            <a:ext cx="9144000" cy="417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sp>
        <p:nvSpPr>
          <p:cNvPr id="73" name="Google Shape;73;p10"/>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74" name="Google Shape;74;p10"/>
          <p:cNvSpPr txBox="1"/>
          <p:nvPr/>
        </p:nvSpPr>
        <p:spPr>
          <a:xfrm>
            <a:off x="1295400" y="3048000"/>
            <a:ext cx="7229275" cy="23622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Approved Holiday Calendar</a:t>
            </a:r>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Approved Off-Day Calendar</a:t>
            </a:r>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Clr>
                <a:srgbClr val="97ABBC"/>
              </a:buClr>
              <a:buSzPts val="3600"/>
              <a:buFont typeface="Raleway"/>
              <a:buNone/>
            </a:pPr>
            <a:r>
              <a:t/>
            </a:r>
            <a:endParaRPr b="0" i="0" sz="3600" u="none" cap="none" strike="noStrike">
              <a:solidFill>
                <a:srgbClr val="97ABBC"/>
              </a:solidFill>
              <a:latin typeface="Raleway"/>
              <a:ea typeface="Raleway"/>
              <a:cs typeface="Raleway"/>
              <a:sym typeface="Raleway"/>
            </a:endParaRPr>
          </a:p>
        </p:txBody>
      </p:sp>
      <p:sp>
        <p:nvSpPr>
          <p:cNvPr id="75" name="Google Shape;75;p10"/>
          <p:cNvSpPr txBox="1"/>
          <p:nvPr/>
        </p:nvSpPr>
        <p:spPr>
          <a:xfrm>
            <a:off x="3119400" y="2514600"/>
            <a:ext cx="5796000" cy="86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adding state defined holidays ]</a:t>
            </a:r>
            <a:endParaRPr/>
          </a:p>
          <a:p>
            <a:pPr indent="0" lvl="0" marL="0" marR="0" rtl="0" algn="l">
              <a:lnSpc>
                <a:spcPct val="100000"/>
              </a:lnSpc>
              <a:spcBef>
                <a:spcPts val="600"/>
              </a:spcBef>
              <a:spcAft>
                <a:spcPts val="0"/>
              </a:spcAft>
              <a:buNone/>
            </a:pPr>
            <a:r>
              <a:t/>
            </a:r>
            <a:endParaRPr b="0" i="0" sz="2400" u="none" cap="none" strike="noStrike">
              <a:solidFill>
                <a:srgbClr val="677480"/>
              </a:solidFill>
              <a:latin typeface="Lato"/>
              <a:ea typeface="Lato"/>
              <a:cs typeface="Lato"/>
              <a:sym typeface="Lato"/>
            </a:endParaRPr>
          </a:p>
        </p:txBody>
      </p:sp>
      <p:sp>
        <p:nvSpPr>
          <p:cNvPr id="76" name="Google Shape;76;p10"/>
          <p:cNvSpPr/>
          <p:nvPr/>
        </p:nvSpPr>
        <p:spPr>
          <a:xfrm>
            <a:off x="3675952" y="3326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0"/>
          <p:cNvSpPr/>
          <p:nvPr/>
        </p:nvSpPr>
        <p:spPr>
          <a:xfrm>
            <a:off x="5514495" y="3326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0"/>
          <p:cNvSpPr/>
          <p:nvPr/>
        </p:nvSpPr>
        <p:spPr>
          <a:xfrm>
            <a:off x="0" y="3326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0"/>
          <p:cNvSpPr/>
          <p:nvPr/>
        </p:nvSpPr>
        <p:spPr>
          <a:xfrm>
            <a:off x="1838038" y="33261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0"/>
          <p:cNvSpPr txBox="1"/>
          <p:nvPr/>
        </p:nvSpPr>
        <p:spPr>
          <a:xfrm>
            <a:off x="3271800" y="4164300"/>
            <a:ext cx="5796000" cy="86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adding Naufar defined holidays ]</a:t>
            </a:r>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Arial"/>
              <a:ea typeface="Arial"/>
              <a:cs typeface="Arial"/>
              <a:sym typeface="Arial"/>
            </a:endParaRPr>
          </a:p>
          <a:p>
            <a:pPr indent="0" lvl="0" marL="0" marR="0" rtl="0" algn="l">
              <a:lnSpc>
                <a:spcPct val="100000"/>
              </a:lnSpc>
              <a:spcBef>
                <a:spcPts val="600"/>
              </a:spcBef>
              <a:spcAft>
                <a:spcPts val="0"/>
              </a:spcAft>
              <a:buNone/>
            </a:pPr>
            <a:r>
              <a:t/>
            </a:r>
            <a:endParaRPr b="0" i="0" sz="2400" u="none" cap="none" strike="noStrike">
              <a:solidFill>
                <a:srgbClr val="67748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4" name="Shape 84"/>
        <p:cNvGrpSpPr/>
        <p:nvPr/>
      </p:nvGrpSpPr>
      <p:grpSpPr>
        <a:xfrm>
          <a:off x="0" y="0"/>
          <a:ext cx="0" cy="0"/>
          <a:chOff x="0" y="0"/>
          <a:chExt cx="0" cy="0"/>
        </a:xfrm>
      </p:grpSpPr>
      <p:sp>
        <p:nvSpPr>
          <p:cNvPr id="85" name="Google Shape;85;p11"/>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86" name="Google Shape;86;p11"/>
          <p:cNvSpPr txBox="1"/>
          <p:nvPr/>
        </p:nvSpPr>
        <p:spPr>
          <a:xfrm>
            <a:off x="1295400" y="2133600"/>
            <a:ext cx="7229275" cy="31242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Cadre Management </a:t>
            </a:r>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Designation Management</a:t>
            </a:r>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Clr>
                <a:srgbClr val="97ABBC"/>
              </a:buClr>
              <a:buSzPts val="3600"/>
              <a:buFont typeface="Raleway"/>
              <a:buNone/>
            </a:pPr>
            <a:r>
              <a:t/>
            </a:r>
            <a:endParaRPr b="0" i="0" sz="3600" u="none" cap="none" strike="noStrike">
              <a:solidFill>
                <a:srgbClr val="97ABBC"/>
              </a:solidFill>
              <a:latin typeface="Raleway"/>
              <a:ea typeface="Raleway"/>
              <a:cs typeface="Raleway"/>
              <a:sym typeface="Raleway"/>
            </a:endParaRPr>
          </a:p>
        </p:txBody>
      </p:sp>
      <p:sp>
        <p:nvSpPr>
          <p:cNvPr id="87" name="Google Shape;87;p11"/>
          <p:cNvSpPr txBox="1"/>
          <p:nvPr/>
        </p:nvSpPr>
        <p:spPr>
          <a:xfrm>
            <a:off x="1752600" y="2362200"/>
            <a:ext cx="7320000" cy="86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adding major cadre like Medical, Clinical, Non Medical etc ]</a:t>
            </a:r>
            <a:endParaRPr b="0" i="0" sz="2400" u="none" cap="none" strike="noStrike">
              <a:solidFill>
                <a:srgbClr val="677480"/>
              </a:solidFill>
              <a:latin typeface="Raleway"/>
              <a:ea typeface="Raleway"/>
              <a:cs typeface="Raleway"/>
              <a:sym typeface="Raleway"/>
            </a:endParaRPr>
          </a:p>
        </p:txBody>
      </p:sp>
      <p:sp>
        <p:nvSpPr>
          <p:cNvPr id="88" name="Google Shape;88;p11"/>
          <p:cNvSpPr/>
          <p:nvPr/>
        </p:nvSpPr>
        <p:spPr>
          <a:xfrm>
            <a:off x="3675952" y="3326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1"/>
          <p:cNvSpPr/>
          <p:nvPr/>
        </p:nvSpPr>
        <p:spPr>
          <a:xfrm>
            <a:off x="5514495" y="3326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1"/>
          <p:cNvSpPr/>
          <p:nvPr/>
        </p:nvSpPr>
        <p:spPr>
          <a:xfrm>
            <a:off x="0" y="3326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1"/>
          <p:cNvSpPr/>
          <p:nvPr/>
        </p:nvSpPr>
        <p:spPr>
          <a:xfrm>
            <a:off x="1838038" y="33261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1"/>
          <p:cNvSpPr txBox="1"/>
          <p:nvPr/>
        </p:nvSpPr>
        <p:spPr>
          <a:xfrm>
            <a:off x="1752600" y="4011900"/>
            <a:ext cx="7620000" cy="86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like, Medical Officer, Nurse, OT Attendant etc ]</a:t>
            </a:r>
            <a:endParaRPr/>
          </a:p>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each designation will go under its separate cadre ]</a:t>
            </a:r>
            <a:endParaRPr b="0" i="0" sz="2400" u="none" cap="none" strike="noStrike">
              <a:solidFill>
                <a:srgbClr val="677480"/>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sp>
        <p:nvSpPr>
          <p:cNvPr id="97" name="Google Shape;97;p12"/>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98" name="Google Shape;98;p12"/>
          <p:cNvSpPr txBox="1"/>
          <p:nvPr/>
        </p:nvSpPr>
        <p:spPr>
          <a:xfrm>
            <a:off x="1295400" y="228600"/>
            <a:ext cx="7229275" cy="1371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chemeClr val="lt1"/>
                </a:solidFill>
                <a:latin typeface="Raleway"/>
                <a:ea typeface="Raleway"/>
                <a:cs typeface="Raleway"/>
                <a:sym typeface="Raleway"/>
              </a:rPr>
              <a:t>Employee Management </a:t>
            </a:r>
            <a:endParaRPr b="0" i="0" sz="3600" u="none" cap="none" strike="noStrike">
              <a:solidFill>
                <a:schemeClr val="lt1"/>
              </a:solidFill>
              <a:latin typeface="Raleway"/>
              <a:ea typeface="Raleway"/>
              <a:cs typeface="Raleway"/>
              <a:sym typeface="Raleway"/>
            </a:endParaRPr>
          </a:p>
        </p:txBody>
      </p:sp>
      <p:sp>
        <p:nvSpPr>
          <p:cNvPr id="99" name="Google Shape;99;p12"/>
          <p:cNvSpPr/>
          <p:nvPr/>
        </p:nvSpPr>
        <p:spPr>
          <a:xfrm>
            <a:off x="3675952" y="20307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2"/>
          <p:cNvSpPr/>
          <p:nvPr/>
        </p:nvSpPr>
        <p:spPr>
          <a:xfrm>
            <a:off x="5514495" y="20307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2"/>
          <p:cNvSpPr/>
          <p:nvPr/>
        </p:nvSpPr>
        <p:spPr>
          <a:xfrm>
            <a:off x="0" y="20307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2"/>
          <p:cNvSpPr/>
          <p:nvPr/>
        </p:nvSpPr>
        <p:spPr>
          <a:xfrm>
            <a:off x="1838038" y="2030700"/>
            <a:ext cx="1837800" cy="1029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3" name="Google Shape;103;p12"/>
          <p:cNvSpPr txBox="1"/>
          <p:nvPr/>
        </p:nvSpPr>
        <p:spPr>
          <a:xfrm>
            <a:off x="1824000" y="1447800"/>
            <a:ext cx="7320000" cy="86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[Information required for adding an Employee]</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Lato"/>
              <a:ea typeface="Lato"/>
              <a:cs typeface="Lato"/>
              <a:sym typeface="Lato"/>
            </a:endParaRPr>
          </a:p>
        </p:txBody>
      </p:sp>
      <p:sp>
        <p:nvSpPr>
          <p:cNvPr id="104" name="Google Shape;104;p12"/>
          <p:cNvSpPr txBox="1"/>
          <p:nvPr/>
        </p:nvSpPr>
        <p:spPr>
          <a:xfrm>
            <a:off x="1905000" y="2362200"/>
            <a:ext cx="7320000" cy="33528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rgbClr val="000000"/>
              </a:buClr>
              <a:buSzPts val="2400"/>
              <a:buFont typeface="Arial"/>
              <a:buChar char="•"/>
            </a:pPr>
            <a:r>
              <a:rPr b="1" i="0" lang="en-US" sz="2400" u="none" cap="none" strike="noStrike">
                <a:solidFill>
                  <a:schemeClr val="lt1"/>
                </a:solidFill>
                <a:latin typeface="Raleway"/>
                <a:ea typeface="Raleway"/>
                <a:cs typeface="Raleway"/>
                <a:sym typeface="Raleway"/>
              </a:rPr>
              <a:t>Basic profile</a:t>
            </a:r>
            <a:endParaRPr/>
          </a:p>
          <a:p>
            <a:pPr indent="-457200" lvl="0" marL="457200" marR="0" rtl="0" algn="l">
              <a:lnSpc>
                <a:spcPct val="100000"/>
              </a:lnSpc>
              <a:spcBef>
                <a:spcPts val="0"/>
              </a:spcBef>
              <a:spcAft>
                <a:spcPts val="0"/>
              </a:spcAft>
              <a:buClr>
                <a:srgbClr val="000000"/>
              </a:buClr>
              <a:buSzPts val="2400"/>
              <a:buFont typeface="Arial"/>
              <a:buChar char="•"/>
            </a:pPr>
            <a:r>
              <a:rPr b="1" i="0" lang="en-US" sz="2400" u="none" cap="none" strike="noStrike">
                <a:solidFill>
                  <a:schemeClr val="lt1"/>
                </a:solidFill>
                <a:latin typeface="Raleway"/>
                <a:ea typeface="Raleway"/>
                <a:cs typeface="Raleway"/>
                <a:sym typeface="Raleway"/>
              </a:rPr>
              <a:t>Contact</a:t>
            </a:r>
            <a:endParaRPr/>
          </a:p>
          <a:p>
            <a:pPr indent="-457200" lvl="0" marL="457200" marR="0" rtl="0" algn="l">
              <a:lnSpc>
                <a:spcPct val="100000"/>
              </a:lnSpc>
              <a:spcBef>
                <a:spcPts val="0"/>
              </a:spcBef>
              <a:spcAft>
                <a:spcPts val="0"/>
              </a:spcAft>
              <a:buClr>
                <a:srgbClr val="000000"/>
              </a:buClr>
              <a:buSzPts val="2400"/>
              <a:buFont typeface="Arial"/>
              <a:buChar char="•"/>
            </a:pPr>
            <a:r>
              <a:rPr b="1" i="0" lang="en-US" sz="2400" u="none" cap="none" strike="noStrike">
                <a:solidFill>
                  <a:schemeClr val="lt1"/>
                </a:solidFill>
                <a:latin typeface="Raleway"/>
                <a:ea typeface="Raleway"/>
                <a:cs typeface="Raleway"/>
                <a:sym typeface="Raleway"/>
              </a:rPr>
              <a:t>Unit</a:t>
            </a:r>
            <a:r>
              <a:rPr b="0" i="0" lang="en-US" sz="2400" u="none" cap="none" strike="noStrike">
                <a:solidFill>
                  <a:schemeClr val="lt1"/>
                </a:solidFill>
                <a:latin typeface="Raleway"/>
                <a:ea typeface="Raleway"/>
                <a:cs typeface="Raleway"/>
                <a:sym typeface="Raleway"/>
              </a:rPr>
              <a:t> </a:t>
            </a:r>
            <a:r>
              <a:rPr b="0" i="0" lang="en-US" sz="2400" u="none" cap="none" strike="noStrike">
                <a:solidFill>
                  <a:srgbClr val="D8D8D8"/>
                </a:solidFill>
                <a:latin typeface="Raleway"/>
                <a:ea typeface="Raleway"/>
                <a:cs typeface="Raleway"/>
                <a:sym typeface="Raleway"/>
              </a:rPr>
              <a:t>to work [where he/she is authorized]</a:t>
            </a:r>
            <a:endParaRPr/>
          </a:p>
          <a:p>
            <a:pPr indent="-457200" lvl="0" marL="457200" marR="0" rtl="0" algn="l">
              <a:lnSpc>
                <a:spcPct val="100000"/>
              </a:lnSpc>
              <a:spcBef>
                <a:spcPts val="0"/>
              </a:spcBef>
              <a:spcAft>
                <a:spcPts val="0"/>
              </a:spcAft>
              <a:buClr>
                <a:srgbClr val="000000"/>
              </a:buClr>
              <a:buSzPts val="2400"/>
              <a:buFont typeface="Arial"/>
              <a:buChar char="•"/>
            </a:pPr>
            <a:r>
              <a:rPr b="1" i="0" lang="en-US" sz="2400" u="none" cap="none" strike="noStrike">
                <a:solidFill>
                  <a:schemeClr val="lt1"/>
                </a:solidFill>
                <a:latin typeface="Raleway"/>
                <a:ea typeface="Raleway"/>
                <a:cs typeface="Raleway"/>
                <a:sym typeface="Raleway"/>
              </a:rPr>
              <a:t>Skills</a:t>
            </a:r>
            <a:r>
              <a:rPr b="0" i="0" lang="en-US" sz="2400" u="none" cap="none" strike="noStrike">
                <a:solidFill>
                  <a:schemeClr val="lt1"/>
                </a:solidFill>
                <a:latin typeface="Raleway"/>
                <a:ea typeface="Raleway"/>
                <a:cs typeface="Raleway"/>
                <a:sym typeface="Raleway"/>
              </a:rPr>
              <a:t> </a:t>
            </a:r>
            <a:r>
              <a:rPr b="0" i="0" lang="en-US" sz="2400" u="none" cap="none" strike="noStrike">
                <a:solidFill>
                  <a:srgbClr val="D8D8D8"/>
                </a:solidFill>
                <a:latin typeface="Raleway"/>
                <a:ea typeface="Raleway"/>
                <a:cs typeface="Raleway"/>
                <a:sym typeface="Raleway"/>
              </a:rPr>
              <a:t>[ Skills are necessary along with each employee as during shift assignment the Shift Creator will look to the skills of staff and then assign duty accordingly ]</a:t>
            </a:r>
            <a:endParaRPr/>
          </a:p>
          <a:p>
            <a:pPr indent="-457200" lvl="0" marL="457200" marR="0" rtl="0" algn="l">
              <a:lnSpc>
                <a:spcPct val="100000"/>
              </a:lnSpc>
              <a:spcBef>
                <a:spcPts val="0"/>
              </a:spcBef>
              <a:spcAft>
                <a:spcPts val="0"/>
              </a:spcAft>
              <a:buClr>
                <a:srgbClr val="000000"/>
              </a:buClr>
              <a:buSzPts val="2400"/>
              <a:buFont typeface="Arial"/>
              <a:buChar char="•"/>
            </a:pPr>
            <a:r>
              <a:rPr b="1" i="0" lang="en-US" sz="2400" u="none" cap="none" strike="noStrike">
                <a:solidFill>
                  <a:schemeClr val="lt1"/>
                </a:solidFill>
                <a:latin typeface="Raleway"/>
                <a:ea typeface="Raleway"/>
                <a:cs typeface="Raleway"/>
                <a:sym typeface="Raleway"/>
              </a:rPr>
              <a:t>Availability Calendar </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 name="Shape 108"/>
        <p:cNvGrpSpPr/>
        <p:nvPr/>
      </p:nvGrpSpPr>
      <p:grpSpPr>
        <a:xfrm>
          <a:off x="0" y="0"/>
          <a:ext cx="0" cy="0"/>
          <a:chOff x="0" y="0"/>
          <a:chExt cx="0" cy="0"/>
        </a:xfrm>
      </p:grpSpPr>
      <p:sp>
        <p:nvSpPr>
          <p:cNvPr id="109" name="Google Shape;109;p13"/>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10" name="Google Shape;110;p13"/>
          <p:cNvSpPr txBox="1"/>
          <p:nvPr/>
        </p:nvSpPr>
        <p:spPr>
          <a:xfrm>
            <a:off x="1066800" y="2057400"/>
            <a:ext cx="7229275" cy="990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Team Management</a:t>
            </a:r>
            <a:endParaRPr b="0" i="0" sz="3600" u="none" cap="none" strike="noStrike">
              <a:solidFill>
                <a:srgbClr val="97ABBC"/>
              </a:solidFill>
              <a:latin typeface="Raleway"/>
              <a:ea typeface="Raleway"/>
              <a:cs typeface="Raleway"/>
              <a:sym typeface="Raleway"/>
            </a:endParaRPr>
          </a:p>
        </p:txBody>
      </p:sp>
      <p:sp>
        <p:nvSpPr>
          <p:cNvPr id="111" name="Google Shape;111;p13"/>
          <p:cNvSpPr txBox="1"/>
          <p:nvPr/>
        </p:nvSpPr>
        <p:spPr>
          <a:xfrm>
            <a:off x="1219200" y="2895600"/>
            <a:ext cx="7320000" cy="16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for 8 hours shift management there are total of 4 team shall be require to provide 24/7 cover]</a:t>
            </a:r>
            <a:endParaRPr/>
          </a:p>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[A Team (AT), B Team (BT),  C Team (CT), D Team (DT) ]</a:t>
            </a:r>
            <a:endParaRPr/>
          </a:p>
          <a:p>
            <a:pPr indent="0" lvl="0" marL="0" marR="0" rtl="0" algn="l">
              <a:lnSpc>
                <a:spcPct val="100000"/>
              </a:lnSpc>
              <a:spcBef>
                <a:spcPts val="0"/>
              </a:spcBef>
              <a:spcAft>
                <a:spcPts val="0"/>
              </a:spcAft>
              <a:buNone/>
            </a:pPr>
            <a:r>
              <a:t/>
            </a:r>
            <a:endParaRPr b="0" i="0" sz="2400" u="none" cap="none" strike="noStrike">
              <a:solidFill>
                <a:srgbClr val="677480"/>
              </a:solidFill>
              <a:latin typeface="Raleway"/>
              <a:ea typeface="Raleway"/>
              <a:cs typeface="Raleway"/>
              <a:sym typeface="Raleway"/>
            </a:endParaRPr>
          </a:p>
        </p:txBody>
      </p:sp>
      <p:sp>
        <p:nvSpPr>
          <p:cNvPr id="112" name="Google Shape;112;p13"/>
          <p:cNvSpPr/>
          <p:nvPr/>
        </p:nvSpPr>
        <p:spPr>
          <a:xfrm>
            <a:off x="3675952" y="45720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3"/>
          <p:cNvSpPr/>
          <p:nvPr/>
        </p:nvSpPr>
        <p:spPr>
          <a:xfrm>
            <a:off x="5514495" y="45720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3"/>
          <p:cNvSpPr/>
          <p:nvPr/>
        </p:nvSpPr>
        <p:spPr>
          <a:xfrm>
            <a:off x="0" y="45720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3"/>
          <p:cNvSpPr/>
          <p:nvPr/>
        </p:nvSpPr>
        <p:spPr>
          <a:xfrm>
            <a:off x="1838038" y="45720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9" name="Shape 119"/>
        <p:cNvGrpSpPr/>
        <p:nvPr/>
      </p:nvGrpSpPr>
      <p:grpSpPr>
        <a:xfrm>
          <a:off x="0" y="0"/>
          <a:ext cx="0" cy="0"/>
          <a:chOff x="0" y="0"/>
          <a:chExt cx="0" cy="0"/>
        </a:xfrm>
      </p:grpSpPr>
      <p:sp>
        <p:nvSpPr>
          <p:cNvPr id="120" name="Google Shape;120;p14"/>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21" name="Google Shape;121;p14"/>
          <p:cNvSpPr txBox="1"/>
          <p:nvPr/>
        </p:nvSpPr>
        <p:spPr>
          <a:xfrm>
            <a:off x="1295400" y="914400"/>
            <a:ext cx="7229275" cy="1371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chemeClr val="lt1"/>
                </a:solidFill>
                <a:latin typeface="Raleway"/>
                <a:ea typeface="Raleway"/>
                <a:cs typeface="Raleway"/>
                <a:sym typeface="Raleway"/>
              </a:rPr>
              <a:t>Shift Assignment Reason </a:t>
            </a:r>
            <a:endParaRPr b="0" i="0" sz="3600" u="none" cap="none" strike="noStrike">
              <a:solidFill>
                <a:schemeClr val="lt1"/>
              </a:solidFill>
              <a:latin typeface="Raleway"/>
              <a:ea typeface="Raleway"/>
              <a:cs typeface="Raleway"/>
              <a:sym typeface="Raleway"/>
            </a:endParaRPr>
          </a:p>
        </p:txBody>
      </p:sp>
      <p:sp>
        <p:nvSpPr>
          <p:cNvPr id="122" name="Google Shape;122;p14"/>
          <p:cNvSpPr/>
          <p:nvPr/>
        </p:nvSpPr>
        <p:spPr>
          <a:xfrm>
            <a:off x="3675952" y="2564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4"/>
          <p:cNvSpPr/>
          <p:nvPr/>
        </p:nvSpPr>
        <p:spPr>
          <a:xfrm>
            <a:off x="5514495" y="2564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4"/>
          <p:cNvSpPr/>
          <p:nvPr/>
        </p:nvSpPr>
        <p:spPr>
          <a:xfrm>
            <a:off x="0" y="2564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4"/>
          <p:cNvSpPr/>
          <p:nvPr/>
        </p:nvSpPr>
        <p:spPr>
          <a:xfrm>
            <a:off x="1838038" y="2564100"/>
            <a:ext cx="1837800" cy="1029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 name="Google Shape;126;p14"/>
          <p:cNvSpPr txBox="1"/>
          <p:nvPr/>
        </p:nvSpPr>
        <p:spPr>
          <a:xfrm>
            <a:off x="3581400" y="2057400"/>
            <a:ext cx="4653000" cy="86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 Adding</a:t>
            </a:r>
            <a:r>
              <a:rPr b="0" i="0" lang="en-US" sz="2400" u="none" cap="none" strike="noStrike">
                <a:solidFill>
                  <a:schemeClr val="lt1"/>
                </a:solidFill>
                <a:latin typeface="Raleway"/>
                <a:ea typeface="Raleway"/>
                <a:cs typeface="Raleway"/>
                <a:sym typeface="Raleway"/>
              </a:rPr>
              <a:t> categories like ]</a:t>
            </a:r>
            <a:endParaRPr b="0" i="0" sz="2400" u="none" cap="none" strike="noStrike">
              <a:solidFill>
                <a:schemeClr val="lt1"/>
              </a:solidFill>
              <a:latin typeface="Raleway"/>
              <a:ea typeface="Raleway"/>
              <a:cs typeface="Raleway"/>
              <a:sym typeface="Raleway"/>
            </a:endParaRPr>
          </a:p>
        </p:txBody>
      </p:sp>
      <p:sp>
        <p:nvSpPr>
          <p:cNvPr id="127" name="Google Shape;127;p14"/>
          <p:cNvSpPr txBox="1"/>
          <p:nvPr/>
        </p:nvSpPr>
        <p:spPr>
          <a:xfrm>
            <a:off x="3043200" y="2667000"/>
            <a:ext cx="7320000" cy="327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Raleway"/>
              <a:ea typeface="Raleway"/>
              <a:cs typeface="Raleway"/>
              <a:sym typeface="Raleway"/>
            </a:endParaRPr>
          </a:p>
          <a:p>
            <a:pPr indent="-4572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chemeClr val="lt1"/>
                </a:solidFill>
                <a:latin typeface="Raleway"/>
                <a:ea typeface="Raleway"/>
                <a:cs typeface="Raleway"/>
                <a:sym typeface="Raleway"/>
              </a:rPr>
              <a:t>Normal Shift Assignment </a:t>
            </a:r>
            <a:endParaRPr/>
          </a:p>
          <a:p>
            <a:pPr indent="-4572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chemeClr val="lt1"/>
                </a:solidFill>
                <a:latin typeface="Raleway"/>
                <a:ea typeface="Raleway"/>
                <a:cs typeface="Raleway"/>
                <a:sym typeface="Raleway"/>
              </a:rPr>
              <a:t>Special Shift Assignment </a:t>
            </a:r>
            <a:endParaRPr/>
          </a:p>
          <a:p>
            <a:pPr indent="-4572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chemeClr val="lt1"/>
                </a:solidFill>
                <a:latin typeface="Raleway"/>
                <a:ea typeface="Raleway"/>
                <a:cs typeface="Raleway"/>
                <a:sym typeface="Raleway"/>
              </a:rPr>
              <a:t>Extra Shift Assignment </a:t>
            </a:r>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Raleway"/>
              <a:ea typeface="Raleway"/>
              <a:cs typeface="Raleway"/>
              <a:sym typeface="Raleway"/>
            </a:endParaRPr>
          </a:p>
          <a:p>
            <a:pPr indent="-30480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1" name="Shape 131"/>
        <p:cNvGrpSpPr/>
        <p:nvPr/>
      </p:nvGrpSpPr>
      <p:grpSpPr>
        <a:xfrm>
          <a:off x="0" y="0"/>
          <a:ext cx="0" cy="0"/>
          <a:chOff x="0" y="0"/>
          <a:chExt cx="0" cy="0"/>
        </a:xfrm>
      </p:grpSpPr>
      <p:sp>
        <p:nvSpPr>
          <p:cNvPr id="132" name="Google Shape;132;p15"/>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33" name="Google Shape;133;p15"/>
          <p:cNvSpPr txBox="1"/>
          <p:nvPr/>
        </p:nvSpPr>
        <p:spPr>
          <a:xfrm>
            <a:off x="1066800" y="1524000"/>
            <a:ext cx="7229275" cy="19050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Time Off Request Management</a:t>
            </a:r>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p:txBody>
      </p:sp>
      <p:sp>
        <p:nvSpPr>
          <p:cNvPr id="134" name="Google Shape;134;p15"/>
          <p:cNvSpPr txBox="1"/>
          <p:nvPr/>
        </p:nvSpPr>
        <p:spPr>
          <a:xfrm>
            <a:off x="1219200" y="2743200"/>
            <a:ext cx="7320000" cy="16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staff members when request for time off, they will sign a form request, and system shall record the same ]</a:t>
            </a:r>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677480"/>
              </a:solidFill>
              <a:latin typeface="Raleway"/>
              <a:ea typeface="Raleway"/>
              <a:cs typeface="Raleway"/>
              <a:sym typeface="Raleway"/>
            </a:endParaRPr>
          </a:p>
        </p:txBody>
      </p:sp>
      <p:sp>
        <p:nvSpPr>
          <p:cNvPr id="135" name="Google Shape;135;p15"/>
          <p:cNvSpPr/>
          <p:nvPr/>
        </p:nvSpPr>
        <p:spPr>
          <a:xfrm>
            <a:off x="3675952" y="41148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5"/>
          <p:cNvSpPr/>
          <p:nvPr/>
        </p:nvSpPr>
        <p:spPr>
          <a:xfrm>
            <a:off x="5514495" y="41148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5"/>
          <p:cNvSpPr/>
          <p:nvPr/>
        </p:nvSpPr>
        <p:spPr>
          <a:xfrm>
            <a:off x="0" y="41148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5"/>
          <p:cNvSpPr/>
          <p:nvPr/>
        </p:nvSpPr>
        <p:spPr>
          <a:xfrm>
            <a:off x="1838038" y="41148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sp>
        <p:nvSpPr>
          <p:cNvPr id="143" name="Google Shape;143;p16"/>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44" name="Google Shape;144;p16"/>
          <p:cNvSpPr txBox="1"/>
          <p:nvPr/>
        </p:nvSpPr>
        <p:spPr>
          <a:xfrm>
            <a:off x="1066800" y="1981200"/>
            <a:ext cx="7229275" cy="19050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Unit management </a:t>
            </a:r>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p:txBody>
      </p:sp>
      <p:sp>
        <p:nvSpPr>
          <p:cNvPr id="145" name="Google Shape;145;p16"/>
          <p:cNvSpPr txBox="1"/>
          <p:nvPr/>
        </p:nvSpPr>
        <p:spPr>
          <a:xfrm>
            <a:off x="1219200" y="2743200"/>
            <a:ext cx="7467600" cy="16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adding units like OT, Surgical Ward, Emergency ]</a:t>
            </a:r>
            <a:endParaRPr/>
          </a:p>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each unit will have its own unique code like for Emergency the code can be: EMR ]</a:t>
            </a:r>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677480"/>
              </a:solidFill>
              <a:latin typeface="Raleway"/>
              <a:ea typeface="Raleway"/>
              <a:cs typeface="Raleway"/>
              <a:sym typeface="Raleway"/>
            </a:endParaRPr>
          </a:p>
        </p:txBody>
      </p:sp>
      <p:sp>
        <p:nvSpPr>
          <p:cNvPr id="146" name="Google Shape;146;p16"/>
          <p:cNvSpPr/>
          <p:nvPr/>
        </p:nvSpPr>
        <p:spPr>
          <a:xfrm>
            <a:off x="3675952" y="41148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6"/>
          <p:cNvSpPr/>
          <p:nvPr/>
        </p:nvSpPr>
        <p:spPr>
          <a:xfrm>
            <a:off x="5514495" y="41148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6"/>
          <p:cNvSpPr/>
          <p:nvPr/>
        </p:nvSpPr>
        <p:spPr>
          <a:xfrm>
            <a:off x="0" y="41148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6"/>
          <p:cNvSpPr/>
          <p:nvPr/>
        </p:nvSpPr>
        <p:spPr>
          <a:xfrm>
            <a:off x="1838038" y="41148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3" name="Shape 153"/>
        <p:cNvGrpSpPr/>
        <p:nvPr/>
      </p:nvGrpSpPr>
      <p:grpSpPr>
        <a:xfrm>
          <a:off x="0" y="0"/>
          <a:ext cx="0" cy="0"/>
          <a:chOff x="0" y="0"/>
          <a:chExt cx="0" cy="0"/>
        </a:xfrm>
      </p:grpSpPr>
      <p:sp>
        <p:nvSpPr>
          <p:cNvPr id="154" name="Google Shape;154;p17"/>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55" name="Google Shape;155;p17"/>
          <p:cNvSpPr txBox="1"/>
          <p:nvPr/>
        </p:nvSpPr>
        <p:spPr>
          <a:xfrm>
            <a:off x="1295400" y="914400"/>
            <a:ext cx="7229275" cy="1371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chemeClr val="lt1"/>
                </a:solidFill>
                <a:latin typeface="Raleway"/>
                <a:ea typeface="Raleway"/>
                <a:cs typeface="Raleway"/>
                <a:sym typeface="Raleway"/>
              </a:rPr>
              <a:t>Leave Management System</a:t>
            </a:r>
            <a:endParaRPr b="0" i="0" sz="3600" u="none" cap="none" strike="noStrike">
              <a:solidFill>
                <a:schemeClr val="lt1"/>
              </a:solidFill>
              <a:latin typeface="Raleway"/>
              <a:ea typeface="Raleway"/>
              <a:cs typeface="Raleway"/>
              <a:sym typeface="Raleway"/>
            </a:endParaRPr>
          </a:p>
        </p:txBody>
      </p:sp>
      <p:sp>
        <p:nvSpPr>
          <p:cNvPr id="156" name="Google Shape;156;p17"/>
          <p:cNvSpPr/>
          <p:nvPr/>
        </p:nvSpPr>
        <p:spPr>
          <a:xfrm>
            <a:off x="3675952" y="2564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7"/>
          <p:cNvSpPr/>
          <p:nvPr/>
        </p:nvSpPr>
        <p:spPr>
          <a:xfrm>
            <a:off x="5514495" y="2564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7"/>
          <p:cNvSpPr/>
          <p:nvPr/>
        </p:nvSpPr>
        <p:spPr>
          <a:xfrm>
            <a:off x="0" y="2564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7"/>
          <p:cNvSpPr/>
          <p:nvPr/>
        </p:nvSpPr>
        <p:spPr>
          <a:xfrm>
            <a:off x="1838038" y="2564100"/>
            <a:ext cx="1837800" cy="1029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0" name="Google Shape;160;p17"/>
          <p:cNvSpPr txBox="1"/>
          <p:nvPr/>
        </p:nvSpPr>
        <p:spPr>
          <a:xfrm>
            <a:off x="1219200" y="2438400"/>
            <a:ext cx="7320000" cy="327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b="0" i="0" sz="2400" u="none" cap="none" strike="noStrike">
              <a:solidFill>
                <a:schemeClr val="lt1"/>
              </a:solidFill>
              <a:latin typeface="Raleway"/>
              <a:ea typeface="Raleway"/>
              <a:cs typeface="Raleway"/>
              <a:sym typeface="Raleway"/>
            </a:endParaRPr>
          </a:p>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 The system shall add different types of Leaves and calculation as per policy ]</a:t>
            </a:r>
            <a:endParaRPr/>
          </a:p>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 adding to system employee’s approved leave record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4" name="Shape 164"/>
        <p:cNvGrpSpPr/>
        <p:nvPr/>
      </p:nvGrpSpPr>
      <p:grpSpPr>
        <a:xfrm>
          <a:off x="0" y="0"/>
          <a:ext cx="0" cy="0"/>
          <a:chOff x="0" y="0"/>
          <a:chExt cx="0" cy="0"/>
        </a:xfrm>
      </p:grpSpPr>
      <p:sp>
        <p:nvSpPr>
          <p:cNvPr id="165" name="Google Shape;165;p18"/>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66" name="Google Shape;166;p18"/>
          <p:cNvSpPr txBox="1"/>
          <p:nvPr/>
        </p:nvSpPr>
        <p:spPr>
          <a:xfrm>
            <a:off x="1295400" y="1752600"/>
            <a:ext cx="7229275" cy="1371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b="0" i="0" sz="3600" u="none" cap="none" strike="noStrike">
              <a:solidFill>
                <a:schemeClr val="lt1"/>
              </a:solidFill>
              <a:latin typeface="Raleway"/>
              <a:ea typeface="Raleway"/>
              <a:cs typeface="Raleway"/>
              <a:sym typeface="Raleway"/>
            </a:endParaRPr>
          </a:p>
          <a:p>
            <a:pPr indent="0" lvl="0" marL="0" marR="0" rtl="0" algn="l">
              <a:lnSpc>
                <a:spcPct val="100000"/>
              </a:lnSpc>
              <a:spcBef>
                <a:spcPts val="0"/>
              </a:spcBef>
              <a:spcAft>
                <a:spcPts val="0"/>
              </a:spcAft>
              <a:buNone/>
            </a:pPr>
            <a:r>
              <a:rPr b="0" i="0" lang="en-US" sz="3600" u="none" cap="none" strike="noStrike">
                <a:solidFill>
                  <a:schemeClr val="lt1"/>
                </a:solidFill>
                <a:latin typeface="Raleway"/>
                <a:ea typeface="Raleway"/>
                <a:cs typeface="Raleway"/>
                <a:sym typeface="Raleway"/>
              </a:rPr>
              <a:t>Time in lieu of Over-time: </a:t>
            </a:r>
            <a:endParaRPr/>
          </a:p>
          <a:p>
            <a:pPr indent="0" lvl="0" marL="0" marR="0" rtl="0" algn="l">
              <a:lnSpc>
                <a:spcPct val="100000"/>
              </a:lnSpc>
              <a:spcBef>
                <a:spcPts val="0"/>
              </a:spcBef>
              <a:spcAft>
                <a:spcPts val="0"/>
              </a:spcAft>
              <a:buNone/>
            </a:pPr>
            <a:r>
              <a:rPr b="0" i="0" lang="en-US" sz="3600" u="none" cap="none" strike="noStrike">
                <a:solidFill>
                  <a:schemeClr val="lt1"/>
                </a:solidFill>
                <a:latin typeface="Raleway"/>
                <a:ea typeface="Raleway"/>
                <a:cs typeface="Raleway"/>
                <a:sym typeface="Raleway"/>
              </a:rPr>
              <a:t>[time off work ] </a:t>
            </a:r>
            <a:endParaRPr/>
          </a:p>
          <a:p>
            <a:pPr indent="0" lvl="0" marL="0" marR="0" rtl="0" algn="l">
              <a:lnSpc>
                <a:spcPct val="100000"/>
              </a:lnSpc>
              <a:spcBef>
                <a:spcPts val="0"/>
              </a:spcBef>
              <a:spcAft>
                <a:spcPts val="0"/>
              </a:spcAft>
              <a:buNone/>
            </a:pPr>
            <a:r>
              <a:t/>
            </a:r>
            <a:endParaRPr b="0" i="0" sz="3600" u="none" cap="none" strike="noStrike">
              <a:solidFill>
                <a:schemeClr val="lt1"/>
              </a:solidFill>
              <a:latin typeface="Raleway"/>
              <a:ea typeface="Raleway"/>
              <a:cs typeface="Raleway"/>
              <a:sym typeface="Raleway"/>
            </a:endParaRPr>
          </a:p>
        </p:txBody>
      </p:sp>
      <p:sp>
        <p:nvSpPr>
          <p:cNvPr id="167" name="Google Shape;167;p18"/>
          <p:cNvSpPr/>
          <p:nvPr/>
        </p:nvSpPr>
        <p:spPr>
          <a:xfrm>
            <a:off x="3675952" y="2564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8"/>
          <p:cNvSpPr/>
          <p:nvPr/>
        </p:nvSpPr>
        <p:spPr>
          <a:xfrm>
            <a:off x="5514495" y="2564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8"/>
          <p:cNvSpPr/>
          <p:nvPr/>
        </p:nvSpPr>
        <p:spPr>
          <a:xfrm>
            <a:off x="0" y="2564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8"/>
          <p:cNvSpPr/>
          <p:nvPr/>
        </p:nvSpPr>
        <p:spPr>
          <a:xfrm>
            <a:off x="1838038" y="2564100"/>
            <a:ext cx="1837800" cy="1029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1" name="Google Shape;171;p18"/>
          <p:cNvSpPr txBox="1"/>
          <p:nvPr/>
        </p:nvSpPr>
        <p:spPr>
          <a:xfrm>
            <a:off x="1219200" y="2819400"/>
            <a:ext cx="7320000" cy="327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 system shall compensate employees who are required and approved to work outside their ordinary start and finish times or in excess of their ordinary hours of duty i.e. overtime ] </a:t>
            </a:r>
            <a:endParaRPr/>
          </a:p>
          <a:p>
            <a:pPr indent="0" lvl="0" marL="0" marR="0" rtl="0" algn="l">
              <a:lnSpc>
                <a:spcPct val="100000"/>
              </a:lnSpc>
              <a:spcBef>
                <a:spcPts val="0"/>
              </a:spcBef>
              <a:spcAft>
                <a:spcPts val="0"/>
              </a:spcAft>
              <a:buNone/>
            </a:pPr>
            <a:r>
              <a:rPr b="0" i="1" lang="en-US" sz="1400" u="none" cap="none" strike="noStrike">
                <a:solidFill>
                  <a:schemeClr val="lt1"/>
                </a:solidFill>
                <a:latin typeface="Raleway"/>
                <a:ea typeface="Raleway"/>
                <a:cs typeface="Raleway"/>
                <a:sym typeface="Raleway"/>
              </a:rPr>
              <a:t>Ref: SOW: page.09 pt.22 </a:t>
            </a:r>
            <a:endParaRPr/>
          </a:p>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 employees after login to system as staff member can view overtime, time in lieu calculations, attendance, leave records etc ]</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19"/>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77" name="Google Shape;177;p19"/>
          <p:cNvSpPr txBox="1"/>
          <p:nvPr/>
        </p:nvSpPr>
        <p:spPr>
          <a:xfrm>
            <a:off x="1066800" y="1143000"/>
            <a:ext cx="7229275" cy="26670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Shift Swap /  Shift Trade </a:t>
            </a:r>
            <a:endParaRPr/>
          </a:p>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 </a:t>
            </a:r>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3600" u="none" cap="none" strike="noStrike">
              <a:solidFill>
                <a:srgbClr val="97ABBC"/>
              </a:solidFill>
              <a:latin typeface="Raleway"/>
              <a:ea typeface="Raleway"/>
              <a:cs typeface="Raleway"/>
              <a:sym typeface="Raleway"/>
            </a:endParaRPr>
          </a:p>
        </p:txBody>
      </p:sp>
      <p:sp>
        <p:nvSpPr>
          <p:cNvPr id="178" name="Google Shape;178;p19"/>
          <p:cNvSpPr txBox="1"/>
          <p:nvPr/>
        </p:nvSpPr>
        <p:spPr>
          <a:xfrm>
            <a:off x="1143000" y="2362200"/>
            <a:ext cx="7467600" cy="403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def:– process whereby two or more employees request approval from their Manager to swap shifts. This process occurs after a roster has been developed and published ]</a:t>
            </a:r>
            <a:endParaRPr/>
          </a:p>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when swap is confirmed system shall generate and email to corresponding shift manager ]  </a:t>
            </a:r>
            <a:endParaRPr/>
          </a:p>
          <a:p>
            <a:pPr indent="0" lvl="0" marL="0" marR="0" rtl="0" algn="l">
              <a:lnSpc>
                <a:spcPct val="100000"/>
              </a:lnSpc>
              <a:spcBef>
                <a:spcPts val="0"/>
              </a:spcBef>
              <a:spcAft>
                <a:spcPts val="0"/>
              </a:spcAft>
              <a:buNone/>
            </a:pPr>
            <a:r>
              <a:rPr b="0" i="1" lang="en-US" sz="1800" u="none" cap="none" strike="noStrike">
                <a:solidFill>
                  <a:srgbClr val="0070C0"/>
                </a:solidFill>
                <a:latin typeface="Raleway"/>
                <a:ea typeface="Raleway"/>
                <a:cs typeface="Raleway"/>
                <a:sym typeface="Raleway"/>
              </a:rPr>
              <a:t>Ref: SOW: page.09 pt.12</a:t>
            </a:r>
            <a:endParaRPr/>
          </a:p>
          <a:p>
            <a:pPr indent="0" lvl="0" marL="0" marR="0" rtl="0" algn="l">
              <a:lnSpc>
                <a:spcPct val="100000"/>
              </a:lnSpc>
              <a:spcBef>
                <a:spcPts val="0"/>
              </a:spcBef>
              <a:spcAft>
                <a:spcPts val="0"/>
              </a:spcAft>
              <a:buNone/>
            </a:pPr>
            <a:r>
              <a:rPr b="0" i="0" lang="en-US" sz="2400" u="none" cap="none" strike="noStrike">
                <a:solidFill>
                  <a:srgbClr val="0070C0"/>
                </a:solidFill>
                <a:latin typeface="Raleway"/>
                <a:ea typeface="Raleway"/>
                <a:cs typeface="Raleway"/>
                <a:sym typeface="Raleway"/>
              </a:rPr>
              <a:t>[ shift supervisors shall approve the swapping to make effect ]</a:t>
            </a:r>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2400" u="none" cap="none" strike="noStrike">
              <a:solidFill>
                <a:srgbClr val="0070C0"/>
              </a:solidFill>
              <a:latin typeface="Raleway"/>
              <a:ea typeface="Raleway"/>
              <a:cs typeface="Raleway"/>
              <a:sym typeface="Raleway"/>
            </a:endParaRPr>
          </a:p>
        </p:txBody>
      </p:sp>
      <p:sp>
        <p:nvSpPr>
          <p:cNvPr id="179" name="Google Shape;179;p19"/>
          <p:cNvSpPr/>
          <p:nvPr/>
        </p:nvSpPr>
        <p:spPr>
          <a:xfrm>
            <a:off x="3675952" y="2183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9"/>
          <p:cNvSpPr/>
          <p:nvPr/>
        </p:nvSpPr>
        <p:spPr>
          <a:xfrm>
            <a:off x="5514495" y="2183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9"/>
          <p:cNvSpPr/>
          <p:nvPr/>
        </p:nvSpPr>
        <p:spPr>
          <a:xfrm>
            <a:off x="0" y="2183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1838038" y="21831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6" name="Shape 186"/>
        <p:cNvGrpSpPr/>
        <p:nvPr/>
      </p:nvGrpSpPr>
      <p:grpSpPr>
        <a:xfrm>
          <a:off x="0" y="0"/>
          <a:ext cx="0" cy="0"/>
          <a:chOff x="0" y="0"/>
          <a:chExt cx="0" cy="0"/>
        </a:xfrm>
      </p:grpSpPr>
      <p:sp>
        <p:nvSpPr>
          <p:cNvPr id="187" name="Google Shape;187;p20"/>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88" name="Google Shape;188;p20"/>
          <p:cNvSpPr txBox="1"/>
          <p:nvPr/>
        </p:nvSpPr>
        <p:spPr>
          <a:xfrm>
            <a:off x="914400" y="228600"/>
            <a:ext cx="7229275" cy="3276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chemeClr val="lt1"/>
                </a:solidFill>
                <a:latin typeface="Raleway"/>
                <a:ea typeface="Raleway"/>
                <a:cs typeface="Raleway"/>
                <a:sym typeface="Raleway"/>
              </a:rPr>
              <a:t>Rotating Shift Rosters Management </a:t>
            </a:r>
            <a:endParaRPr/>
          </a:p>
          <a:p>
            <a:pPr indent="0" lvl="0" marL="0" marR="0" rtl="0" algn="l">
              <a:lnSpc>
                <a:spcPct val="100000"/>
              </a:lnSpc>
              <a:spcBef>
                <a:spcPts val="0"/>
              </a:spcBef>
              <a:spcAft>
                <a:spcPts val="0"/>
              </a:spcAft>
              <a:buNone/>
            </a:pPr>
            <a:r>
              <a:rPr b="0" i="0" lang="en-US" sz="1600" u="none" cap="none" strike="noStrike">
                <a:solidFill>
                  <a:schemeClr val="lt1"/>
                </a:solidFill>
                <a:latin typeface="Raleway"/>
                <a:ea typeface="Raleway"/>
                <a:cs typeface="Raleway"/>
                <a:sym typeface="Raleway"/>
              </a:rPr>
              <a:t>Ref:SOW: page.09 pt.7 </a:t>
            </a:r>
            <a:endParaRPr/>
          </a:p>
          <a:p>
            <a:pPr indent="0" lvl="0" marL="0" marR="0" rtl="0" algn="l">
              <a:lnSpc>
                <a:spcPct val="100000"/>
              </a:lnSpc>
              <a:spcBef>
                <a:spcPts val="0"/>
              </a:spcBef>
              <a:spcAft>
                <a:spcPts val="0"/>
              </a:spcAft>
              <a:buNone/>
            </a:pPr>
            <a:r>
              <a:t/>
            </a:r>
            <a:endParaRPr b="0" i="0" sz="3600" u="none" cap="none" strike="noStrike">
              <a:solidFill>
                <a:schemeClr val="lt1"/>
              </a:solidFill>
              <a:latin typeface="Raleway"/>
              <a:ea typeface="Raleway"/>
              <a:cs typeface="Raleway"/>
              <a:sym typeface="Raleway"/>
            </a:endParaRPr>
          </a:p>
          <a:p>
            <a:pPr indent="0" lvl="0" marL="0" marR="0" rtl="0" algn="l">
              <a:lnSpc>
                <a:spcPct val="100000"/>
              </a:lnSpc>
              <a:spcBef>
                <a:spcPts val="0"/>
              </a:spcBef>
              <a:spcAft>
                <a:spcPts val="0"/>
              </a:spcAft>
              <a:buNone/>
            </a:pPr>
            <a:r>
              <a:t/>
            </a:r>
            <a:endParaRPr b="0" i="0" sz="3600" u="none" cap="none" strike="noStrike">
              <a:solidFill>
                <a:schemeClr val="lt1"/>
              </a:solidFill>
              <a:latin typeface="Raleway"/>
              <a:ea typeface="Raleway"/>
              <a:cs typeface="Raleway"/>
              <a:sym typeface="Raleway"/>
            </a:endParaRPr>
          </a:p>
        </p:txBody>
      </p:sp>
      <p:sp>
        <p:nvSpPr>
          <p:cNvPr id="189" name="Google Shape;189;p20"/>
          <p:cNvSpPr/>
          <p:nvPr/>
        </p:nvSpPr>
        <p:spPr>
          <a:xfrm>
            <a:off x="3675952" y="2564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20"/>
          <p:cNvSpPr/>
          <p:nvPr/>
        </p:nvSpPr>
        <p:spPr>
          <a:xfrm>
            <a:off x="5514495" y="2564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0"/>
          <p:cNvSpPr/>
          <p:nvPr/>
        </p:nvSpPr>
        <p:spPr>
          <a:xfrm>
            <a:off x="0" y="2564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0"/>
          <p:cNvSpPr/>
          <p:nvPr/>
        </p:nvSpPr>
        <p:spPr>
          <a:xfrm>
            <a:off x="1838038" y="2564100"/>
            <a:ext cx="1837800" cy="1029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3" name="Google Shape;193;p20"/>
          <p:cNvSpPr txBox="1"/>
          <p:nvPr/>
        </p:nvSpPr>
        <p:spPr>
          <a:xfrm>
            <a:off x="1219200" y="2895600"/>
            <a:ext cx="7320000" cy="144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1- Morning Shift (M) : 06:00AM - 14:00PM</a:t>
            </a:r>
            <a:endParaRPr/>
          </a:p>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2- Evening Shift (E) : 14:00PM - 22:00PM</a:t>
            </a:r>
            <a:endParaRPr/>
          </a:p>
          <a:p>
            <a:pPr indent="0" lvl="0" marL="0" marR="0" rtl="0" algn="l">
              <a:lnSpc>
                <a:spcPct val="100000"/>
              </a:lnSpc>
              <a:spcBef>
                <a:spcPts val="0"/>
              </a:spcBef>
              <a:spcAft>
                <a:spcPts val="0"/>
              </a:spcAft>
              <a:buNone/>
            </a:pPr>
            <a:r>
              <a:rPr b="0" i="0" lang="en-US" sz="2400" u="none" cap="none" strike="noStrike">
                <a:solidFill>
                  <a:schemeClr val="lt1"/>
                </a:solidFill>
                <a:latin typeface="Raleway"/>
                <a:ea typeface="Raleway"/>
                <a:cs typeface="Raleway"/>
                <a:sym typeface="Raleway"/>
              </a:rPr>
              <a:t>3- Night Shift(N) : 22:00PM - 06:00AM</a:t>
            </a:r>
            <a:endParaRPr/>
          </a:p>
          <a:p>
            <a:pPr indent="0" lvl="0" marL="0" marR="0" rtl="0" algn="l">
              <a:lnSpc>
                <a:spcPct val="100000"/>
              </a:lnSpc>
              <a:spcBef>
                <a:spcPts val="0"/>
              </a:spcBef>
              <a:spcAft>
                <a:spcPts val="0"/>
              </a:spcAft>
              <a:buNone/>
            </a:pPr>
            <a:r>
              <a:t/>
            </a:r>
            <a:endParaRPr b="0" i="0" sz="2400" u="none" cap="none" strike="noStrike">
              <a:solidFill>
                <a:schemeClr val="lt1"/>
              </a:solidFill>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7" name="Shape 197"/>
        <p:cNvGrpSpPr/>
        <p:nvPr/>
      </p:nvGrpSpPr>
      <p:grpSpPr>
        <a:xfrm>
          <a:off x="0" y="0"/>
          <a:ext cx="0" cy="0"/>
          <a:chOff x="0" y="0"/>
          <a:chExt cx="0" cy="0"/>
        </a:xfrm>
      </p:grpSpPr>
      <p:sp>
        <p:nvSpPr>
          <p:cNvPr id="198" name="Google Shape;198;p21"/>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199" name="Google Shape;199;p21"/>
          <p:cNvSpPr txBox="1"/>
          <p:nvPr/>
        </p:nvSpPr>
        <p:spPr>
          <a:xfrm>
            <a:off x="1066800" y="1219200"/>
            <a:ext cx="7229275" cy="990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Shift Process</a:t>
            </a:r>
            <a:endParaRPr b="0" i="0" sz="3600" u="none" cap="none" strike="noStrike">
              <a:solidFill>
                <a:srgbClr val="97ABBC"/>
              </a:solidFill>
              <a:latin typeface="Raleway"/>
              <a:ea typeface="Raleway"/>
              <a:cs typeface="Raleway"/>
              <a:sym typeface="Raleway"/>
            </a:endParaRPr>
          </a:p>
        </p:txBody>
      </p:sp>
      <p:sp>
        <p:nvSpPr>
          <p:cNvPr id="200" name="Google Shape;200;p21"/>
          <p:cNvSpPr/>
          <p:nvPr/>
        </p:nvSpPr>
        <p:spPr>
          <a:xfrm>
            <a:off x="3675952" y="21831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21"/>
          <p:cNvSpPr/>
          <p:nvPr/>
        </p:nvSpPr>
        <p:spPr>
          <a:xfrm>
            <a:off x="5514495" y="21831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1"/>
          <p:cNvSpPr/>
          <p:nvPr/>
        </p:nvSpPr>
        <p:spPr>
          <a:xfrm>
            <a:off x="0" y="21831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1"/>
          <p:cNvSpPr/>
          <p:nvPr/>
        </p:nvSpPr>
        <p:spPr>
          <a:xfrm>
            <a:off x="1838038" y="21831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Untitled-1.png" id="204" name="Google Shape;204;p21"/>
          <p:cNvPicPr preferRelativeResize="0"/>
          <p:nvPr/>
        </p:nvPicPr>
        <p:blipFill rotWithShape="1">
          <a:blip r:embed="rId3">
            <a:alphaModFix/>
          </a:blip>
          <a:srcRect b="0" l="0" r="0" t="0"/>
          <a:stretch/>
        </p:blipFill>
        <p:spPr>
          <a:xfrm>
            <a:off x="685800" y="2929856"/>
            <a:ext cx="7543800" cy="28175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8" name="Shape 208"/>
        <p:cNvGrpSpPr/>
        <p:nvPr/>
      </p:nvGrpSpPr>
      <p:grpSpPr>
        <a:xfrm>
          <a:off x="0" y="0"/>
          <a:ext cx="0" cy="0"/>
          <a:chOff x="0" y="0"/>
          <a:chExt cx="0" cy="0"/>
        </a:xfrm>
      </p:grpSpPr>
      <p:sp>
        <p:nvSpPr>
          <p:cNvPr id="209" name="Google Shape;209;p22"/>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210" name="Google Shape;210;p22"/>
          <p:cNvSpPr txBox="1"/>
          <p:nvPr/>
        </p:nvSpPr>
        <p:spPr>
          <a:xfrm>
            <a:off x="1066800" y="-76200"/>
            <a:ext cx="7229275" cy="990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Shift Pattern</a:t>
            </a:r>
            <a:endParaRPr b="0" i="0" sz="3600" u="none" cap="none" strike="noStrike">
              <a:solidFill>
                <a:srgbClr val="97ABBC"/>
              </a:solidFill>
              <a:latin typeface="Raleway"/>
              <a:ea typeface="Raleway"/>
              <a:cs typeface="Raleway"/>
              <a:sym typeface="Raleway"/>
            </a:endParaRPr>
          </a:p>
        </p:txBody>
      </p:sp>
      <p:sp>
        <p:nvSpPr>
          <p:cNvPr id="211" name="Google Shape;211;p22"/>
          <p:cNvSpPr/>
          <p:nvPr/>
        </p:nvSpPr>
        <p:spPr>
          <a:xfrm>
            <a:off x="3675952" y="8382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2"/>
          <p:cNvSpPr/>
          <p:nvPr/>
        </p:nvSpPr>
        <p:spPr>
          <a:xfrm>
            <a:off x="5514495" y="8382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2"/>
          <p:cNvSpPr/>
          <p:nvPr/>
        </p:nvSpPr>
        <p:spPr>
          <a:xfrm>
            <a:off x="0" y="8382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2"/>
          <p:cNvSpPr/>
          <p:nvPr/>
        </p:nvSpPr>
        <p:spPr>
          <a:xfrm>
            <a:off x="1838038" y="8382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5" name="Google Shape;215;p22"/>
          <p:cNvPicPr preferRelativeResize="0"/>
          <p:nvPr/>
        </p:nvPicPr>
        <p:blipFill rotWithShape="1">
          <a:blip r:embed="rId3">
            <a:alphaModFix/>
          </a:blip>
          <a:srcRect b="0" l="0" r="0" t="0"/>
          <a:stretch/>
        </p:blipFill>
        <p:spPr>
          <a:xfrm>
            <a:off x="-228600" y="1089314"/>
            <a:ext cx="9692330" cy="538768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9" name="Shape 219"/>
        <p:cNvGrpSpPr/>
        <p:nvPr/>
      </p:nvGrpSpPr>
      <p:grpSpPr>
        <a:xfrm>
          <a:off x="0" y="0"/>
          <a:ext cx="0" cy="0"/>
          <a:chOff x="0" y="0"/>
          <a:chExt cx="0" cy="0"/>
        </a:xfrm>
      </p:grpSpPr>
      <p:sp>
        <p:nvSpPr>
          <p:cNvPr id="220" name="Google Shape;220;p23"/>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221" name="Google Shape;221;p23"/>
          <p:cNvSpPr txBox="1"/>
          <p:nvPr/>
        </p:nvSpPr>
        <p:spPr>
          <a:xfrm>
            <a:off x="1066800" y="609600"/>
            <a:ext cx="7229275" cy="990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rgbClr val="97ABBC"/>
                </a:solidFill>
                <a:latin typeface="Raleway"/>
                <a:ea typeface="Raleway"/>
                <a:cs typeface="Raleway"/>
                <a:sym typeface="Raleway"/>
              </a:rPr>
              <a:t>Shift Pattern Details</a:t>
            </a:r>
            <a:endParaRPr b="0" i="0" sz="3600" u="none" cap="none" strike="noStrike">
              <a:solidFill>
                <a:srgbClr val="97ABBC"/>
              </a:solidFill>
              <a:latin typeface="Raleway"/>
              <a:ea typeface="Raleway"/>
              <a:cs typeface="Raleway"/>
              <a:sym typeface="Raleway"/>
            </a:endParaRPr>
          </a:p>
        </p:txBody>
      </p:sp>
      <p:sp>
        <p:nvSpPr>
          <p:cNvPr id="222" name="Google Shape;222;p23"/>
          <p:cNvSpPr/>
          <p:nvPr/>
        </p:nvSpPr>
        <p:spPr>
          <a:xfrm>
            <a:off x="3675952" y="17526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3"/>
          <p:cNvSpPr/>
          <p:nvPr/>
        </p:nvSpPr>
        <p:spPr>
          <a:xfrm>
            <a:off x="5514495" y="17526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3"/>
          <p:cNvSpPr/>
          <p:nvPr/>
        </p:nvSpPr>
        <p:spPr>
          <a:xfrm>
            <a:off x="0" y="17526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3"/>
          <p:cNvSpPr/>
          <p:nvPr/>
        </p:nvSpPr>
        <p:spPr>
          <a:xfrm>
            <a:off x="1838038" y="1752600"/>
            <a:ext cx="1837800" cy="102900"/>
          </a:xfrm>
          <a:prstGeom prst="rect">
            <a:avLst/>
          </a:prstGeom>
          <a:solidFill>
            <a:srgbClr val="2185C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Untitled-3.png" id="226" name="Google Shape;226;p23"/>
          <p:cNvPicPr preferRelativeResize="0"/>
          <p:nvPr/>
        </p:nvPicPr>
        <p:blipFill rotWithShape="1">
          <a:blip r:embed="rId3">
            <a:alphaModFix/>
          </a:blip>
          <a:srcRect b="0" l="0" r="0" t="0"/>
          <a:stretch/>
        </p:blipFill>
        <p:spPr>
          <a:xfrm>
            <a:off x="228600" y="2133600"/>
            <a:ext cx="8450494" cy="3581400"/>
          </a:xfrm>
          <a:prstGeom prst="rect">
            <a:avLst/>
          </a:prstGeom>
          <a:noFill/>
          <a:ln cap="sq" cmpd="sng" w="9525">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0" name="Shape 230"/>
        <p:cNvGrpSpPr/>
        <p:nvPr/>
      </p:nvGrpSpPr>
      <p:grpSpPr>
        <a:xfrm>
          <a:off x="0" y="0"/>
          <a:ext cx="0" cy="0"/>
          <a:chOff x="0" y="0"/>
          <a:chExt cx="0" cy="0"/>
        </a:xfrm>
      </p:grpSpPr>
      <p:sp>
        <p:nvSpPr>
          <p:cNvPr id="231" name="Google Shape;231;p24"/>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232" name="Google Shape;232;p24"/>
          <p:cNvSpPr txBox="1"/>
          <p:nvPr/>
        </p:nvSpPr>
        <p:spPr>
          <a:xfrm>
            <a:off x="1524000" y="2133600"/>
            <a:ext cx="7229275" cy="3276600"/>
          </a:xfrm>
          <a:prstGeom prst="rect">
            <a:avLst/>
          </a:prstGeom>
          <a:noFill/>
          <a:ln>
            <a:noFill/>
          </a:ln>
        </p:spPr>
        <p:txBody>
          <a:bodyPr anchorCtr="0" anchor="b" bIns="91425" lIns="91425" spcFirstLastPara="1" rIns="91425" wrap="square" tIns="91425">
            <a:noAutofit/>
          </a:bodyPr>
          <a:lstStyle/>
          <a:p>
            <a:pPr indent="-228600" lvl="0" marL="0" marR="0" rtl="0" algn="l">
              <a:lnSpc>
                <a:spcPct val="100000"/>
              </a:lnSpc>
              <a:spcBef>
                <a:spcPts val="0"/>
              </a:spcBef>
              <a:spcAft>
                <a:spcPts val="0"/>
              </a:spcAft>
              <a:buClr>
                <a:srgbClr val="97ABBC"/>
              </a:buClr>
              <a:buSzPts val="3600"/>
              <a:buFont typeface="Noto Sans Symbols"/>
              <a:buChar char="❑"/>
            </a:pPr>
            <a:r>
              <a:rPr b="0" i="0" lang="en-US" sz="2800" u="none" cap="none" strike="noStrike">
                <a:solidFill>
                  <a:schemeClr val="lt1"/>
                </a:solidFill>
                <a:latin typeface="Raleway"/>
                <a:ea typeface="Raleway"/>
                <a:cs typeface="Raleway"/>
                <a:sym typeface="Raleway"/>
              </a:rPr>
              <a:t>  Shift Clone</a:t>
            </a:r>
            <a:endParaRPr/>
          </a:p>
          <a:p>
            <a:pPr indent="0" lvl="0" marL="0" marR="0" rtl="0" algn="l">
              <a:lnSpc>
                <a:spcPct val="100000"/>
              </a:lnSpc>
              <a:spcBef>
                <a:spcPts val="0"/>
              </a:spcBef>
              <a:spcAft>
                <a:spcPts val="0"/>
              </a:spcAft>
              <a:buClr>
                <a:srgbClr val="97ABBC"/>
              </a:buClr>
              <a:buSzPts val="3600"/>
              <a:buFont typeface="Noto Sans Symbols"/>
              <a:buNone/>
            </a:pPr>
            <a:r>
              <a:t/>
            </a:r>
            <a:endParaRPr b="0" i="0" sz="2800" u="none" cap="none" strike="noStrike">
              <a:solidFill>
                <a:schemeClr val="lt1"/>
              </a:solidFill>
              <a:latin typeface="Raleway"/>
              <a:ea typeface="Raleway"/>
              <a:cs typeface="Raleway"/>
              <a:sym typeface="Raleway"/>
            </a:endParaRPr>
          </a:p>
          <a:p>
            <a:pPr indent="-228600" lvl="0" marL="0" marR="0" rtl="0" algn="l">
              <a:lnSpc>
                <a:spcPct val="100000"/>
              </a:lnSpc>
              <a:spcBef>
                <a:spcPts val="0"/>
              </a:spcBef>
              <a:spcAft>
                <a:spcPts val="0"/>
              </a:spcAft>
              <a:buClr>
                <a:srgbClr val="97ABBC"/>
              </a:buClr>
              <a:buSzPts val="3600"/>
              <a:buFont typeface="Noto Sans Symbols"/>
              <a:buChar char="❑"/>
            </a:pPr>
            <a:r>
              <a:rPr b="0" i="0" lang="en-US" sz="2800" u="none" cap="none" strike="noStrike">
                <a:solidFill>
                  <a:schemeClr val="lt1"/>
                </a:solidFill>
                <a:latin typeface="Raleway"/>
                <a:ea typeface="Raleway"/>
                <a:cs typeface="Raleway"/>
                <a:sym typeface="Raleway"/>
              </a:rPr>
              <a:t>  Breaks Management</a:t>
            </a:r>
            <a:endParaRPr/>
          </a:p>
          <a:p>
            <a:pPr indent="0" lvl="0" marL="0" marR="0" rtl="0" algn="l">
              <a:lnSpc>
                <a:spcPct val="100000"/>
              </a:lnSpc>
              <a:spcBef>
                <a:spcPts val="0"/>
              </a:spcBef>
              <a:spcAft>
                <a:spcPts val="0"/>
              </a:spcAft>
              <a:buClr>
                <a:srgbClr val="97ABBC"/>
              </a:buClr>
              <a:buSzPts val="3600"/>
              <a:buFont typeface="Noto Sans Symbols"/>
              <a:buNone/>
            </a:pPr>
            <a:r>
              <a:t/>
            </a:r>
            <a:endParaRPr b="0" i="0" sz="2800" u="none" cap="none" strike="noStrike">
              <a:solidFill>
                <a:schemeClr val="lt1"/>
              </a:solidFill>
              <a:latin typeface="Raleway"/>
              <a:ea typeface="Raleway"/>
              <a:cs typeface="Raleway"/>
              <a:sym typeface="Raleway"/>
            </a:endParaRPr>
          </a:p>
          <a:p>
            <a:pPr indent="-228600" lvl="0" marL="0" marR="0" rtl="0" algn="l">
              <a:lnSpc>
                <a:spcPct val="100000"/>
              </a:lnSpc>
              <a:spcBef>
                <a:spcPts val="0"/>
              </a:spcBef>
              <a:spcAft>
                <a:spcPts val="0"/>
              </a:spcAft>
              <a:buClr>
                <a:srgbClr val="97ABBC"/>
              </a:buClr>
              <a:buSzPts val="3600"/>
              <a:buFont typeface="Noto Sans Symbols"/>
              <a:buChar char="❑"/>
            </a:pPr>
            <a:r>
              <a:rPr b="0" i="0" lang="en-US" sz="2800" u="none" cap="none" strike="noStrike">
                <a:solidFill>
                  <a:schemeClr val="lt1"/>
                </a:solidFill>
                <a:latin typeface="Raleway"/>
                <a:ea typeface="Raleway"/>
                <a:cs typeface="Raleway"/>
                <a:sym typeface="Raleway"/>
              </a:rPr>
              <a:t>  Reports</a:t>
            </a:r>
            <a:endParaRPr/>
          </a:p>
          <a:p>
            <a:pPr indent="0" lvl="0" marL="0" marR="0" rtl="0" algn="l">
              <a:lnSpc>
                <a:spcPct val="100000"/>
              </a:lnSpc>
              <a:spcBef>
                <a:spcPts val="0"/>
              </a:spcBef>
              <a:spcAft>
                <a:spcPts val="0"/>
              </a:spcAft>
              <a:buNone/>
            </a:pPr>
            <a:r>
              <a:t/>
            </a:r>
            <a:endParaRPr b="0" i="0" sz="3600" u="none" cap="none" strike="noStrike">
              <a:solidFill>
                <a:schemeClr val="lt1"/>
              </a:solidFill>
              <a:latin typeface="Raleway"/>
              <a:ea typeface="Raleway"/>
              <a:cs typeface="Raleway"/>
              <a:sym typeface="Raleway"/>
            </a:endParaRPr>
          </a:p>
        </p:txBody>
      </p:sp>
      <p:sp>
        <p:nvSpPr>
          <p:cNvPr id="233" name="Google Shape;233;p24"/>
          <p:cNvSpPr/>
          <p:nvPr/>
        </p:nvSpPr>
        <p:spPr>
          <a:xfrm>
            <a:off x="3675952" y="1573500"/>
            <a:ext cx="1837800" cy="102900"/>
          </a:xfrm>
          <a:prstGeom prst="rect">
            <a:avLst/>
          </a:prstGeom>
          <a:solidFill>
            <a:srgbClr val="FF971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4"/>
          <p:cNvSpPr/>
          <p:nvPr/>
        </p:nvSpPr>
        <p:spPr>
          <a:xfrm>
            <a:off x="5514495" y="1573500"/>
            <a:ext cx="1837800" cy="102900"/>
          </a:xfrm>
          <a:prstGeom prst="rect">
            <a:avLst/>
          </a:prstGeom>
          <a:solidFill>
            <a:srgbClr val="F202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24"/>
          <p:cNvSpPr/>
          <p:nvPr/>
        </p:nvSpPr>
        <p:spPr>
          <a:xfrm>
            <a:off x="0" y="1573500"/>
            <a:ext cx="1837800" cy="1029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4"/>
          <p:cNvSpPr/>
          <p:nvPr/>
        </p:nvSpPr>
        <p:spPr>
          <a:xfrm>
            <a:off x="1838038" y="1573500"/>
            <a:ext cx="1837800" cy="1029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37" name="Google Shape;237;p24"/>
          <p:cNvSpPr txBox="1"/>
          <p:nvPr/>
        </p:nvSpPr>
        <p:spPr>
          <a:xfrm>
            <a:off x="1066800" y="609600"/>
            <a:ext cx="7229275" cy="990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b="0" i="0" lang="en-US" sz="3600" u="none" cap="none" strike="noStrike">
                <a:solidFill>
                  <a:schemeClr val="lt1"/>
                </a:solidFill>
                <a:latin typeface="Raleway"/>
                <a:ea typeface="Raleway"/>
                <a:cs typeface="Raleway"/>
                <a:sym typeface="Raleway"/>
              </a:rPr>
              <a:t>Other features</a:t>
            </a:r>
            <a:endParaRPr b="0" i="0" sz="3600" u="none" cap="none" strike="noStrike">
              <a:solidFill>
                <a:schemeClr val="lt1"/>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1" name="Shape 241"/>
        <p:cNvGrpSpPr/>
        <p:nvPr/>
      </p:nvGrpSpPr>
      <p:grpSpPr>
        <a:xfrm>
          <a:off x="0" y="0"/>
          <a:ext cx="0" cy="0"/>
          <a:chOff x="0" y="0"/>
          <a:chExt cx="0" cy="0"/>
        </a:xfrm>
      </p:grpSpPr>
      <p:sp>
        <p:nvSpPr>
          <p:cNvPr id="242" name="Google Shape;242;p25"/>
          <p:cNvSpPr txBox="1"/>
          <p:nvPr>
            <p:ph idx="1" type="body"/>
          </p:nvPr>
        </p:nvSpPr>
        <p:spPr>
          <a:xfrm>
            <a:off x="381000" y="2514600"/>
            <a:ext cx="8534400" cy="44196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600"/>
              </a:spcBef>
              <a:spcAft>
                <a:spcPts val="0"/>
              </a:spcAft>
              <a:buSzPts val="1400"/>
              <a:buChar char="▷"/>
            </a:pPr>
            <a:r>
              <a:rPr lang="en-US" sz="1600">
                <a:solidFill>
                  <a:srgbClr val="0070C0"/>
                </a:solidFill>
              </a:rPr>
              <a:t>The shift administrative staff shall be as per system defined roles</a:t>
            </a:r>
            <a:endParaRPr/>
          </a:p>
          <a:p>
            <a:pPr indent="-317500" lvl="0" marL="457200" rtl="0" algn="l">
              <a:lnSpc>
                <a:spcPct val="150000"/>
              </a:lnSpc>
              <a:spcBef>
                <a:spcPts val="600"/>
              </a:spcBef>
              <a:spcAft>
                <a:spcPts val="0"/>
              </a:spcAft>
              <a:buSzPts val="1400"/>
              <a:buNone/>
            </a:pPr>
            <a:r>
              <a:rPr i="1" lang="en-US" sz="1200">
                <a:solidFill>
                  <a:srgbClr val="0070C0"/>
                </a:solidFill>
              </a:rPr>
              <a:t>           Ref: SOW: page.09 pt.14</a:t>
            </a:r>
            <a:endParaRPr sz="1200">
              <a:solidFill>
                <a:srgbClr val="0070C0"/>
              </a:solidFill>
            </a:endParaRPr>
          </a:p>
          <a:p>
            <a:pPr indent="-317500" lvl="0" marL="457200" rtl="0" algn="l">
              <a:lnSpc>
                <a:spcPct val="150000"/>
              </a:lnSpc>
              <a:spcBef>
                <a:spcPts val="600"/>
              </a:spcBef>
              <a:spcAft>
                <a:spcPts val="0"/>
              </a:spcAft>
              <a:buSzPts val="1400"/>
              <a:buChar char="▷"/>
            </a:pPr>
            <a:r>
              <a:rPr lang="en-US" sz="1600">
                <a:solidFill>
                  <a:srgbClr val="0070C0"/>
                </a:solidFill>
              </a:rPr>
              <a:t>Shift creator will add information regarding 1</a:t>
            </a:r>
            <a:r>
              <a:rPr baseline="30000" lang="en-US" sz="1600">
                <a:solidFill>
                  <a:srgbClr val="0070C0"/>
                </a:solidFill>
              </a:rPr>
              <a:t>st</a:t>
            </a:r>
            <a:r>
              <a:rPr lang="en-US" sz="1600">
                <a:solidFill>
                  <a:srgbClr val="0070C0"/>
                </a:solidFill>
              </a:rPr>
              <a:t> on call and 2</a:t>
            </a:r>
            <a:r>
              <a:rPr baseline="30000" lang="en-US" sz="1600">
                <a:solidFill>
                  <a:srgbClr val="0070C0"/>
                </a:solidFill>
              </a:rPr>
              <a:t>nd</a:t>
            </a:r>
            <a:r>
              <a:rPr lang="en-US" sz="1600">
                <a:solidFill>
                  <a:srgbClr val="0070C0"/>
                </a:solidFill>
              </a:rPr>
              <a:t> on call</a:t>
            </a:r>
            <a:endParaRPr/>
          </a:p>
          <a:p>
            <a:pPr indent="-317500" lvl="0" marL="457200" rtl="0" algn="l">
              <a:lnSpc>
                <a:spcPct val="150000"/>
              </a:lnSpc>
              <a:spcBef>
                <a:spcPts val="600"/>
              </a:spcBef>
              <a:spcAft>
                <a:spcPts val="0"/>
              </a:spcAft>
              <a:buSzPts val="1400"/>
              <a:buNone/>
            </a:pPr>
            <a:r>
              <a:rPr i="1" lang="en-US" sz="1600">
                <a:solidFill>
                  <a:srgbClr val="0070C0"/>
                </a:solidFill>
              </a:rPr>
              <a:t>         </a:t>
            </a:r>
            <a:r>
              <a:rPr i="1" lang="en-US" sz="1200">
                <a:solidFill>
                  <a:srgbClr val="0070C0"/>
                </a:solidFill>
              </a:rPr>
              <a:t>Ref: SOW: page.09 pt.16, 23</a:t>
            </a:r>
            <a:endParaRPr sz="1200">
              <a:solidFill>
                <a:srgbClr val="0070C0"/>
              </a:solidFill>
            </a:endParaRPr>
          </a:p>
          <a:p>
            <a:pPr indent="-317500" lvl="0" marL="457200" rtl="0" algn="l">
              <a:lnSpc>
                <a:spcPct val="150000"/>
              </a:lnSpc>
              <a:spcBef>
                <a:spcPts val="600"/>
              </a:spcBef>
              <a:spcAft>
                <a:spcPts val="0"/>
              </a:spcAft>
              <a:buSzPts val="1400"/>
              <a:buChar char="▷"/>
            </a:pPr>
            <a:r>
              <a:rPr lang="en-US" sz="1600">
                <a:solidFill>
                  <a:srgbClr val="0070C0"/>
                </a:solidFill>
              </a:rPr>
              <a:t>Each unit head (shift creator) will prepare the rosters/shifts for his/her unit</a:t>
            </a:r>
            <a:endParaRPr/>
          </a:p>
          <a:p>
            <a:pPr indent="-317500" lvl="0" marL="457200" rtl="0" algn="l">
              <a:lnSpc>
                <a:spcPct val="150000"/>
              </a:lnSpc>
              <a:spcBef>
                <a:spcPts val="600"/>
              </a:spcBef>
              <a:spcAft>
                <a:spcPts val="0"/>
              </a:spcAft>
              <a:buSzPts val="1400"/>
              <a:buNone/>
            </a:pPr>
            <a:r>
              <a:rPr i="1" lang="en-US" sz="1600">
                <a:solidFill>
                  <a:srgbClr val="0070C0"/>
                </a:solidFill>
              </a:rPr>
              <a:t>        </a:t>
            </a:r>
            <a:r>
              <a:rPr i="1" lang="en-US" sz="1200">
                <a:solidFill>
                  <a:srgbClr val="0070C0"/>
                </a:solidFill>
              </a:rPr>
              <a:t>Ref: SOW: page.09 pt.01</a:t>
            </a:r>
            <a:endParaRPr sz="1200">
              <a:solidFill>
                <a:srgbClr val="0070C0"/>
              </a:solidFill>
            </a:endParaRPr>
          </a:p>
          <a:p>
            <a:pPr indent="-317500" lvl="0" marL="457200" rtl="0" algn="l">
              <a:lnSpc>
                <a:spcPct val="150000"/>
              </a:lnSpc>
              <a:spcBef>
                <a:spcPts val="600"/>
              </a:spcBef>
              <a:spcAft>
                <a:spcPts val="0"/>
              </a:spcAft>
              <a:buSzPts val="1400"/>
              <a:buChar char="▷"/>
            </a:pPr>
            <a:r>
              <a:rPr lang="en-US" sz="1600">
                <a:solidFill>
                  <a:srgbClr val="0070C0"/>
                </a:solidFill>
              </a:rPr>
              <a:t>Split shift for Ramadan: </a:t>
            </a:r>
            <a:r>
              <a:rPr i="1" lang="en-US" sz="1600">
                <a:solidFill>
                  <a:srgbClr val="0070C0"/>
                </a:solidFill>
              </a:rPr>
              <a:t>Shift creator while creating shift can mention break timings for Iftari and Sehri with adjustments</a:t>
            </a:r>
            <a:endParaRPr sz="1600">
              <a:solidFill>
                <a:srgbClr val="0070C0"/>
              </a:solidFill>
            </a:endParaRPr>
          </a:p>
          <a:p>
            <a:pPr indent="-317500" lvl="0" marL="457200" rtl="0" algn="l">
              <a:lnSpc>
                <a:spcPct val="150000"/>
              </a:lnSpc>
              <a:spcBef>
                <a:spcPts val="600"/>
              </a:spcBef>
              <a:spcAft>
                <a:spcPts val="0"/>
              </a:spcAft>
              <a:buSzPts val="1400"/>
              <a:buNone/>
            </a:pPr>
            <a:r>
              <a:rPr i="1" lang="en-US" sz="1600">
                <a:solidFill>
                  <a:srgbClr val="0070C0"/>
                </a:solidFill>
              </a:rPr>
              <a:t>        </a:t>
            </a:r>
            <a:r>
              <a:rPr i="1" lang="en-US" sz="1200">
                <a:solidFill>
                  <a:srgbClr val="0070C0"/>
                </a:solidFill>
              </a:rPr>
              <a:t>Ref: SOW: page.09 pt.07</a:t>
            </a:r>
            <a:endParaRPr sz="1200">
              <a:solidFill>
                <a:srgbClr val="0070C0"/>
              </a:solidFill>
            </a:endParaRPr>
          </a:p>
          <a:p>
            <a:pPr indent="0" lvl="0" marL="0" rtl="0" algn="l">
              <a:lnSpc>
                <a:spcPct val="150000"/>
              </a:lnSpc>
              <a:spcBef>
                <a:spcPts val="600"/>
              </a:spcBef>
              <a:spcAft>
                <a:spcPts val="0"/>
              </a:spcAft>
              <a:buSzPts val="1400"/>
              <a:buNone/>
            </a:pPr>
            <a:r>
              <a:rPr lang="en-US" sz="1600">
                <a:solidFill>
                  <a:srgbClr val="0070C0"/>
                </a:solidFill>
              </a:rPr>
              <a:t>.</a:t>
            </a:r>
            <a:endParaRPr sz="1600">
              <a:solidFill>
                <a:srgbClr val="0070C0"/>
              </a:solidFill>
            </a:endParaRPr>
          </a:p>
        </p:txBody>
      </p:sp>
      <p:sp>
        <p:nvSpPr>
          <p:cNvPr id="243" name="Google Shape;243;p25"/>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244" name="Google Shape;244;p25"/>
          <p:cNvSpPr/>
          <p:nvPr/>
        </p:nvSpPr>
        <p:spPr>
          <a:xfrm>
            <a:off x="5632317" y="1905000"/>
            <a:ext cx="2673483" cy="457200"/>
          </a:xfrm>
          <a:prstGeom prst="chevron">
            <a:avLst>
              <a:gd fmla="val 50000" name="adj"/>
            </a:avLst>
          </a:prstGeom>
          <a:solidFill>
            <a:srgbClr val="F2025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2400" u="none" cap="none" strike="noStrike">
                <a:solidFill>
                  <a:schemeClr val="lt1"/>
                </a:solidFill>
                <a:latin typeface="Raleway"/>
                <a:ea typeface="Raleway"/>
                <a:cs typeface="Raleway"/>
                <a:sym typeface="Raleway"/>
              </a:rPr>
              <a:t>Last</a:t>
            </a:r>
            <a:endParaRPr b="0" i="0" sz="1400" u="none" cap="none" strike="noStrike">
              <a:solidFill>
                <a:srgbClr val="FFFFFF"/>
              </a:solidFill>
              <a:latin typeface="Lato"/>
              <a:ea typeface="Lato"/>
              <a:cs typeface="Lato"/>
              <a:sym typeface="Lato"/>
            </a:endParaRPr>
          </a:p>
        </p:txBody>
      </p:sp>
      <p:sp>
        <p:nvSpPr>
          <p:cNvPr id="245" name="Google Shape;245;p25"/>
          <p:cNvSpPr/>
          <p:nvPr/>
        </p:nvSpPr>
        <p:spPr>
          <a:xfrm>
            <a:off x="0" y="1902582"/>
            <a:ext cx="2868553" cy="457200"/>
          </a:xfrm>
          <a:prstGeom prst="homePlate">
            <a:avLst>
              <a:gd fmla="val 50000" name="adj"/>
            </a:avLst>
          </a:prstGeom>
          <a:solidFill>
            <a:srgbClr val="7ECEF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2400" u="none" cap="none" strike="noStrike">
                <a:solidFill>
                  <a:srgbClr val="FFFFFF"/>
                </a:solidFill>
                <a:latin typeface="Raleway"/>
                <a:ea typeface="Raleway"/>
                <a:cs typeface="Raleway"/>
                <a:sym typeface="Raleway"/>
              </a:rPr>
              <a:t>First</a:t>
            </a:r>
            <a:endParaRPr b="0" i="0" sz="2400" u="none" cap="none" strike="noStrike">
              <a:solidFill>
                <a:srgbClr val="FFFFFF"/>
              </a:solidFill>
              <a:latin typeface="Raleway"/>
              <a:ea typeface="Raleway"/>
              <a:cs typeface="Raleway"/>
              <a:sym typeface="Raleway"/>
            </a:endParaRPr>
          </a:p>
        </p:txBody>
      </p:sp>
      <p:sp>
        <p:nvSpPr>
          <p:cNvPr id="246" name="Google Shape;246;p25"/>
          <p:cNvSpPr/>
          <p:nvPr/>
        </p:nvSpPr>
        <p:spPr>
          <a:xfrm>
            <a:off x="2944204" y="1905000"/>
            <a:ext cx="2673483" cy="457200"/>
          </a:xfrm>
          <a:prstGeom prst="chevron">
            <a:avLst>
              <a:gd fmla="val 50000" name="adj"/>
            </a:avLst>
          </a:prstGeom>
          <a:solidFill>
            <a:srgbClr val="2185C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2400" u="none" cap="none" strike="noStrike">
                <a:solidFill>
                  <a:schemeClr val="lt1"/>
                </a:solidFill>
                <a:latin typeface="Raleway"/>
                <a:ea typeface="Raleway"/>
                <a:cs typeface="Raleway"/>
                <a:sym typeface="Raleway"/>
              </a:rPr>
              <a:t>Second</a:t>
            </a:r>
            <a:endParaRPr b="0" i="0" sz="1400" u="none" cap="none" strike="noStrike">
              <a:solidFill>
                <a:srgbClr val="FFFFFF"/>
              </a:solidFill>
              <a:latin typeface="Lato"/>
              <a:ea typeface="Lato"/>
              <a:cs typeface="Lato"/>
              <a:sym typeface="Lato"/>
            </a:endParaRPr>
          </a:p>
        </p:txBody>
      </p:sp>
      <p:sp>
        <p:nvSpPr>
          <p:cNvPr id="247" name="Google Shape;247;p25"/>
          <p:cNvSpPr txBox="1"/>
          <p:nvPr>
            <p:ph type="title"/>
          </p:nvPr>
        </p:nvSpPr>
        <p:spPr>
          <a:xfrm>
            <a:off x="838200" y="609600"/>
            <a:ext cx="6462600" cy="1143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US"/>
              <a:t>Policy Points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1" name="Shape 251"/>
        <p:cNvGrpSpPr/>
        <p:nvPr/>
      </p:nvGrpSpPr>
      <p:grpSpPr>
        <a:xfrm>
          <a:off x="0" y="0"/>
          <a:ext cx="0" cy="0"/>
          <a:chOff x="0" y="0"/>
          <a:chExt cx="0" cy="0"/>
        </a:xfrm>
      </p:grpSpPr>
      <p:sp>
        <p:nvSpPr>
          <p:cNvPr id="252" name="Google Shape;252;p26"/>
          <p:cNvSpPr/>
          <p:nvPr/>
        </p:nvSpPr>
        <p:spPr>
          <a:xfrm>
            <a:off x="893700" y="3550"/>
            <a:ext cx="3232500" cy="3125400"/>
          </a:xfrm>
          <a:prstGeom prst="rect">
            <a:avLst/>
          </a:prstGeom>
          <a:solidFill>
            <a:srgbClr val="7ECEF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6"/>
          <p:cNvSpPr txBox="1"/>
          <p:nvPr>
            <p:ph idx="4294967295" type="ctrTitle"/>
          </p:nvPr>
        </p:nvSpPr>
        <p:spPr>
          <a:xfrm>
            <a:off x="4572000" y="2133600"/>
            <a:ext cx="3886200" cy="10668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97ABBC"/>
              </a:buClr>
              <a:buSzPts val="3600"/>
              <a:buFont typeface="Raleway"/>
              <a:buNone/>
            </a:pPr>
            <a:r>
              <a:rPr b="0" i="0" lang="en-US" sz="3200" u="none" cap="none" strike="noStrike">
                <a:solidFill>
                  <a:schemeClr val="lt1"/>
                </a:solidFill>
                <a:latin typeface="Raleway"/>
                <a:ea typeface="Raleway"/>
                <a:cs typeface="Raleway"/>
                <a:sym typeface="Raleway"/>
              </a:rPr>
              <a:t>“ Important thing “</a:t>
            </a:r>
            <a:endParaRPr b="0" i="0" sz="2400" u="none" cap="none" strike="noStrike">
              <a:solidFill>
                <a:schemeClr val="lt1"/>
              </a:solidFill>
              <a:latin typeface="Raleway"/>
              <a:ea typeface="Raleway"/>
              <a:cs typeface="Raleway"/>
              <a:sym typeface="Raleway"/>
            </a:endParaRPr>
          </a:p>
        </p:txBody>
      </p:sp>
      <p:grpSp>
        <p:nvGrpSpPr>
          <p:cNvPr id="254" name="Google Shape;254;p26"/>
          <p:cNvGrpSpPr/>
          <p:nvPr/>
        </p:nvGrpSpPr>
        <p:grpSpPr>
          <a:xfrm>
            <a:off x="1392061" y="448355"/>
            <a:ext cx="2235784" cy="2235777"/>
            <a:chOff x="570875" y="4322250"/>
            <a:chExt cx="443300" cy="443325"/>
          </a:xfrm>
        </p:grpSpPr>
        <p:sp>
          <p:nvSpPr>
            <p:cNvPr id="255" name="Google Shape;255;p26"/>
            <p:cNvSpPr/>
            <p:nvPr/>
          </p:nvSpPr>
          <p:spPr>
            <a:xfrm>
              <a:off x="570875" y="4322250"/>
              <a:ext cx="443300" cy="443325"/>
            </a:xfrm>
            <a:custGeom>
              <a:rect b="b" l="l" r="r" t="t"/>
              <a:pathLst>
                <a:path extrusionOk="0" h="17733" w="17732">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6"/>
            <p:cNvSpPr/>
            <p:nvPr/>
          </p:nvSpPr>
          <p:spPr>
            <a:xfrm>
              <a:off x="597725" y="4665400"/>
              <a:ext cx="73300" cy="73300"/>
            </a:xfrm>
            <a:custGeom>
              <a:rect b="b" l="l" r="r" t="t"/>
              <a:pathLst>
                <a:path extrusionOk="0" h="2932" w="2932">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6"/>
            <p:cNvSpPr/>
            <p:nvPr/>
          </p:nvSpPr>
          <p:spPr>
            <a:xfrm>
              <a:off x="654525" y="4708150"/>
              <a:ext cx="47025" cy="47025"/>
            </a:xfrm>
            <a:custGeom>
              <a:rect b="b" l="l" r="r" t="t"/>
              <a:pathLst>
                <a:path extrusionOk="0" h="1881" w="1881">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6"/>
            <p:cNvSpPr/>
            <p:nvPr/>
          </p:nvSpPr>
          <p:spPr>
            <a:xfrm>
              <a:off x="581250" y="4634875"/>
              <a:ext cx="47050" cy="47050"/>
            </a:xfrm>
            <a:custGeom>
              <a:rect b="b" l="l" r="r" t="t"/>
              <a:pathLst>
                <a:path extrusionOk="0" h="1882" w="1882">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9" name="Google Shape;259;p26"/>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
        <p:nvSpPr>
          <p:cNvPr id="260" name="Google Shape;260;p26"/>
          <p:cNvSpPr txBox="1"/>
          <p:nvPr/>
        </p:nvSpPr>
        <p:spPr>
          <a:xfrm>
            <a:off x="930624" y="3124200"/>
            <a:ext cx="7832375" cy="33528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97ABBC"/>
              </a:buClr>
              <a:buSzPts val="3600"/>
              <a:buFont typeface="Raleway"/>
              <a:buNone/>
            </a:pPr>
            <a:r>
              <a:rPr b="0" i="0" lang="en-US" sz="3200" u="none" cap="none" strike="noStrike">
                <a:solidFill>
                  <a:schemeClr val="lt1"/>
                </a:solidFill>
                <a:latin typeface="Raleway"/>
                <a:ea typeface="Raleway"/>
                <a:cs typeface="Raleway"/>
                <a:sym typeface="Raleway"/>
              </a:rPr>
              <a:t>Separate shift rosters the system shall maintain /manage/create for each cadre of staff [like nursing staff, medical staff or teaching staff] belonging to separate Units. </a:t>
            </a:r>
            <a:r>
              <a:rPr b="0" i="1" lang="en-US" sz="1400" u="none" cap="none" strike="noStrike">
                <a:solidFill>
                  <a:schemeClr val="lt1"/>
                </a:solidFill>
                <a:latin typeface="Raleway"/>
                <a:ea typeface="Raleway"/>
                <a:cs typeface="Raleway"/>
                <a:sym typeface="Raleway"/>
              </a:rPr>
              <a:t>Ref: SOW: page.09 pt.15</a:t>
            </a:r>
            <a:br>
              <a:rPr b="0" i="0" lang="en-US" sz="2400" u="none" cap="none" strike="noStrike">
                <a:solidFill>
                  <a:schemeClr val="lt1"/>
                </a:solidFill>
                <a:latin typeface="Raleway"/>
                <a:ea typeface="Raleway"/>
                <a:cs typeface="Raleway"/>
                <a:sym typeface="Raleway"/>
              </a:rPr>
            </a:br>
            <a:endParaRPr b="0" i="0" sz="2400" u="none" cap="none" strike="noStrike">
              <a:solidFill>
                <a:schemeClr val="lt1"/>
              </a:solidFill>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4" name="Shape 264"/>
        <p:cNvGrpSpPr/>
        <p:nvPr/>
      </p:nvGrpSpPr>
      <p:grpSpPr>
        <a:xfrm>
          <a:off x="0" y="0"/>
          <a:ext cx="0" cy="0"/>
          <a:chOff x="0" y="0"/>
          <a:chExt cx="0" cy="0"/>
        </a:xfrm>
      </p:grpSpPr>
      <p:sp>
        <p:nvSpPr>
          <p:cNvPr descr="( IR6 ) Touch Screen Iris Recognition Multi Biometric Time Attendance System" id="265" name="Google Shape;265;p2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66" name="Google Shape;266;p27"/>
          <p:cNvPicPr preferRelativeResize="0"/>
          <p:nvPr/>
        </p:nvPicPr>
        <p:blipFill rotWithShape="1">
          <a:blip r:embed="rId3">
            <a:alphaModFix/>
          </a:blip>
          <a:srcRect b="0" l="0" r="0" t="0"/>
          <a:stretch/>
        </p:blipFill>
        <p:spPr>
          <a:xfrm>
            <a:off x="152400" y="1371600"/>
            <a:ext cx="8867775" cy="5191125"/>
          </a:xfrm>
          <a:prstGeom prst="rect">
            <a:avLst/>
          </a:prstGeom>
          <a:noFill/>
          <a:ln>
            <a:noFill/>
          </a:ln>
        </p:spPr>
      </p:pic>
      <p:sp>
        <p:nvSpPr>
          <p:cNvPr id="267" name="Google Shape;267;p27"/>
          <p:cNvSpPr txBox="1"/>
          <p:nvPr/>
        </p:nvSpPr>
        <p:spPr>
          <a:xfrm>
            <a:off x="304800" y="304800"/>
            <a:ext cx="8686800" cy="400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MULTI-MEDIA TIME ATTENDANCE BASED ON IRIS TECHNOLOGY.</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1" name="Shape 271"/>
        <p:cNvGrpSpPr/>
        <p:nvPr/>
      </p:nvGrpSpPr>
      <p:grpSpPr>
        <a:xfrm>
          <a:off x="0" y="0"/>
          <a:ext cx="0" cy="0"/>
          <a:chOff x="0" y="0"/>
          <a:chExt cx="0" cy="0"/>
        </a:xfrm>
      </p:grpSpPr>
      <p:pic>
        <p:nvPicPr>
          <p:cNvPr descr="mapa_tramalineas_blanco_50-01.png" id="272" name="Google Shape;272;p28"/>
          <p:cNvPicPr preferRelativeResize="0"/>
          <p:nvPr/>
        </p:nvPicPr>
        <p:blipFill rotWithShape="1">
          <a:blip r:embed="rId3">
            <a:alphaModFix/>
          </a:blip>
          <a:srcRect b="0" l="0" r="0" t="0"/>
          <a:stretch/>
        </p:blipFill>
        <p:spPr>
          <a:xfrm>
            <a:off x="0" y="1575816"/>
            <a:ext cx="9144000" cy="4620768"/>
          </a:xfrm>
          <a:prstGeom prst="rect">
            <a:avLst/>
          </a:prstGeom>
          <a:noFill/>
          <a:ln>
            <a:noFill/>
          </a:ln>
        </p:spPr>
      </p:pic>
      <p:sp>
        <p:nvSpPr>
          <p:cNvPr id="273" name="Google Shape;273;p28"/>
          <p:cNvSpPr txBox="1"/>
          <p:nvPr>
            <p:ph idx="4294967295" type="ctrTitle"/>
          </p:nvPr>
        </p:nvSpPr>
        <p:spPr>
          <a:xfrm>
            <a:off x="916025" y="3177900"/>
            <a:ext cx="5561100" cy="15465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97ABBC"/>
              </a:buClr>
              <a:buSzPts val="3600"/>
              <a:buFont typeface="Raleway"/>
              <a:buNone/>
            </a:pPr>
            <a:r>
              <a:rPr b="0" i="0" lang="en-US" sz="6000" u="none" cap="none" strike="noStrike">
                <a:solidFill>
                  <a:srgbClr val="7ECEFD"/>
                </a:solidFill>
                <a:latin typeface="Raleway"/>
                <a:ea typeface="Raleway"/>
                <a:cs typeface="Raleway"/>
                <a:sym typeface="Raleway"/>
              </a:rPr>
              <a:t>Thanks!</a:t>
            </a:r>
            <a:endParaRPr b="0" i="0" sz="6000" u="none" cap="none" strike="noStrike">
              <a:solidFill>
                <a:srgbClr val="7ECEFD"/>
              </a:solidFill>
              <a:latin typeface="Raleway"/>
              <a:ea typeface="Raleway"/>
              <a:cs typeface="Raleway"/>
              <a:sym typeface="Raleway"/>
            </a:endParaRPr>
          </a:p>
        </p:txBody>
      </p:sp>
      <p:sp>
        <p:nvSpPr>
          <p:cNvPr id="274" name="Google Shape;274;p28"/>
          <p:cNvSpPr txBox="1"/>
          <p:nvPr>
            <p:ph idx="4294967295" type="subTitle"/>
          </p:nvPr>
        </p:nvSpPr>
        <p:spPr>
          <a:xfrm>
            <a:off x="916025" y="4440000"/>
            <a:ext cx="5561100" cy="104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600"/>
              </a:spcBef>
              <a:spcAft>
                <a:spcPts val="0"/>
              </a:spcAft>
              <a:buClr>
                <a:srgbClr val="677480"/>
              </a:buClr>
              <a:buSzPts val="3000"/>
              <a:buFont typeface="Lato"/>
              <a:buNone/>
            </a:pPr>
            <a:r>
              <a:rPr b="1" i="0" lang="en-US" sz="4800" u="none" cap="none" strike="noStrike">
                <a:solidFill>
                  <a:srgbClr val="FFFFFF"/>
                </a:solidFill>
                <a:latin typeface="Lato"/>
                <a:ea typeface="Lato"/>
                <a:cs typeface="Lato"/>
                <a:sym typeface="Lato"/>
              </a:rPr>
              <a:t>Any questions?</a:t>
            </a:r>
            <a:endParaRPr b="1" i="0" sz="4800" u="none" cap="none" strike="noStrike">
              <a:solidFill>
                <a:srgbClr val="FFFFFF"/>
              </a:solidFill>
              <a:latin typeface="Lato"/>
              <a:ea typeface="Lato"/>
              <a:cs typeface="Lato"/>
              <a:sym typeface="Lato"/>
            </a:endParaRPr>
          </a:p>
        </p:txBody>
      </p:sp>
      <p:sp>
        <p:nvSpPr>
          <p:cNvPr id="275" name="Google Shape;275;p28"/>
          <p:cNvSpPr txBox="1"/>
          <p:nvPr>
            <p:ph idx="12" type="sldNum"/>
          </p:nvPr>
        </p:nvSpPr>
        <p:spPr>
          <a:xfrm>
            <a:off x="8480575" y="6364177"/>
            <a:ext cx="548700" cy="4179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nton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